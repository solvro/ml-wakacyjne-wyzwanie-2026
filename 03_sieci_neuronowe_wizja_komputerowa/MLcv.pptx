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b37057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b37057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09b1e1298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09b1e1298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b370576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b370576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09b3705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09b3705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b370576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409b37057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09b37057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09b37057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09b1e1298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09b1e129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b1e1298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09b1e1298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09b1e1298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09b1e1298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09b23ef79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09b23ef79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36089324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36089324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09b23ef799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09b23ef79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b23ef79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09b23ef79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9b23e12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09b23e12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41eeee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741eeee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09b23e12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09b23e12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409b23e12a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409b23e12a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9b23e12a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9b23e12a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09b23e12a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09b23e12a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09b2fbf6e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409b2fbf6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09b23e12a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09b23e12a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09b23e12a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409b23e12a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336089324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336089324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336089324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336089324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336089324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336089324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70224a84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70224a84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36089324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36089324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09b2fbf6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09b2fbf6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siFARfYXHOJk0LqTJBejytc_siuZptNd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Relationship Id="rId6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Computer </a:t>
            </a:r>
            <a:r>
              <a:rPr lang="pl"/>
              <a:t>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Typy problemów w Computer </a:t>
            </a:r>
            <a:r>
              <a:rPr lang="pl"/>
              <a:t>Vision</a:t>
            </a:r>
            <a:r>
              <a:rPr lang="pl"/>
              <a:t> 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875" y="1017725"/>
            <a:ext cx="3476624" cy="19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025" y="3186125"/>
            <a:ext cx="2345657" cy="18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5556" y="3501550"/>
            <a:ext cx="54959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0694" y="1056775"/>
            <a:ext cx="2740175" cy="19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Klasyfikacja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75" y="1152475"/>
            <a:ext cx="4945251" cy="329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Segmentacja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22" y="1257872"/>
            <a:ext cx="3310975" cy="331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6425" y="1495050"/>
            <a:ext cx="4479125" cy="29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Detekcja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8500"/>
            <a:ext cx="6475800" cy="36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Generative AI &amp; XAI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96" y="1174021"/>
            <a:ext cx="4876974" cy="27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0171" y="2391000"/>
            <a:ext cx="3624130" cy="2437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Przypomnienie: Jak dane wchodzą do sieci? 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575" y="1099200"/>
            <a:ext cx="5984750" cy="39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133925" y="2029500"/>
            <a:ext cx="26151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>
                <a:solidFill>
                  <a:schemeClr val="dk2"/>
                </a:solidFill>
              </a:rPr>
              <a:t>[a,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>
                <a:solidFill>
                  <a:schemeClr val="dk2"/>
                </a:solidFill>
              </a:rPr>
              <a:t>b,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>
                <a:solidFill>
                  <a:schemeClr val="dk2"/>
                </a:solidFill>
              </a:rPr>
              <a:t>c,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300">
                <a:solidFill>
                  <a:schemeClr val="dk2"/>
                </a:solidFill>
              </a:rPr>
              <a:t>d]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tak naprawdę widzi komputer? 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1824"/>
            <a:ext cx="8156252" cy="354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MNISTFlattenArro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625" y="515025"/>
            <a:ext cx="6171275" cy="462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>
            <p:ph type="title"/>
          </p:nvPr>
        </p:nvSpPr>
        <p:spPr>
          <a:xfrm>
            <a:off x="35975" y="29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Spłaszczanie do wektora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Pytanie </a:t>
            </a:r>
            <a:r>
              <a:rPr lang="pl"/>
              <a:t>Quizowe</a:t>
            </a:r>
            <a:endParaRPr/>
          </a:p>
        </p:txBody>
      </p:sp>
      <p:sp>
        <p:nvSpPr>
          <p:cNvPr id="116" name="Google Shape;116;p22"/>
          <p:cNvSpPr txBox="1"/>
          <p:nvPr>
            <p:ph type="title"/>
          </p:nvPr>
        </p:nvSpPr>
        <p:spPr>
          <a:xfrm>
            <a:off x="1454250" y="2285400"/>
            <a:ext cx="623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[a, b, c, d, e]                     [b, c, a, e, d]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   wektor 1                           wektor 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290650" y="487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Tak samo w CV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2" name="Google Shape;122;p23" title="MLPMind-ezgif.com-video-to-gif-conver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25" y="996875"/>
            <a:ext cx="7183226" cy="40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Konwolucja i Atencja</a:t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22" y="1559247"/>
            <a:ext cx="4220499" cy="22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274" y="1315650"/>
            <a:ext cx="2801675" cy="31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 działa konwolucja?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 title="ConvProjection-ezgif.com-video-to-gif-conver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5025"/>
            <a:ext cx="7014800" cy="39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0250"/>
            <a:ext cx="9144000" cy="5448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 w AI? </a:t>
            </a:r>
            <a:endParaRPr/>
          </a:p>
        </p:txBody>
      </p:sp>
      <p:pic>
        <p:nvPicPr>
          <p:cNvPr id="147" name="Google Shape;147;p27" title="ChannelsLoop-ezgif.com-video-to-gif-conver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900" y="1154050"/>
            <a:ext cx="7620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 3D też działa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625" y="1152475"/>
            <a:ext cx="7988226" cy="33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750" y="243125"/>
            <a:ext cx="56838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Polling i </a:t>
            </a:r>
            <a:r>
              <a:rPr lang="pl"/>
              <a:t>zmniejszanie</a:t>
            </a:r>
            <a:r>
              <a:rPr lang="pl"/>
              <a:t> obrazu 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27" y="1225550"/>
            <a:ext cx="3487849" cy="3042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 rotWithShape="1">
          <a:blip r:embed="rId4">
            <a:alphaModFix/>
          </a:blip>
          <a:srcRect b="6395" l="13295" r="13412" t="9132"/>
          <a:stretch/>
        </p:blipFill>
        <p:spPr>
          <a:xfrm>
            <a:off x="4023675" y="1889900"/>
            <a:ext cx="4968450" cy="295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500" y="415526"/>
            <a:ext cx="8484800" cy="43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Segmentacja</a:t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700" y="1017725"/>
            <a:ext cx="5979127" cy="398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Gdzie konwolucja nie daje rady?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6576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5213" y="2346813"/>
            <a:ext cx="49053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Inne warstwy</a:t>
            </a:r>
            <a:endParaRPr/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Batch Normalization (</a:t>
            </a:r>
            <a:r>
              <a:rPr lang="pl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nn.BatchNorm2d</a:t>
            </a:r>
            <a:r>
              <a:rPr lang="pl" sz="1600">
                <a:solidFill>
                  <a:schemeClr val="dk1"/>
                </a:solidFill>
              </a:rPr>
              <a:t>)   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Layer Normalization (</a:t>
            </a:r>
            <a:r>
              <a:rPr lang="pl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nn.LayerNorm</a:t>
            </a:r>
            <a:r>
              <a:rPr lang="pl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Dropout (</a:t>
            </a:r>
            <a:r>
              <a:rPr lang="pl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nn.Dropout2d</a:t>
            </a:r>
            <a:r>
              <a:rPr lang="pl" sz="1600">
                <a:solidFill>
                  <a:schemeClr val="dk1"/>
                </a:solidFill>
              </a:rPr>
              <a:t>)   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Global Average Pooling (</a:t>
            </a:r>
            <a:r>
              <a:rPr lang="pl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nn.AdaptiveAvgPool2d</a:t>
            </a:r>
            <a:r>
              <a:rPr lang="pl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Transpose Convolution / ConvTranspose2d (Deconvolution)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Nieliniowości / Aktywacje: ReLU, GELU, LeakyReLU, SiLU   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Depthwise Separable Convolution (MobileNet)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l" sz="1600">
                <a:solidFill>
                  <a:schemeClr val="dk1"/>
                </a:solidFill>
              </a:rPr>
              <a:t>Residual Connections / Skip Connections (ResNet)   !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Pre-processing &amp; Data Augmentation </a:t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47" y="1742825"/>
            <a:ext cx="3189900" cy="2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1170" y="1039300"/>
            <a:ext cx="2665500" cy="177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2595" y="1807450"/>
            <a:ext cx="2710701" cy="180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43422" y="3770625"/>
            <a:ext cx="4517025" cy="1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Pre-processing &amp; Data Augmentation </a:t>
            </a: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72" y="1860500"/>
            <a:ext cx="3189900" cy="2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6645" y="985175"/>
            <a:ext cx="2695600" cy="17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0350" y="1831600"/>
            <a:ext cx="2589100" cy="17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86374" y="3553849"/>
            <a:ext cx="4809476" cy="8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Pre-processing &amp; Data Augmentation </a:t>
            </a:r>
            <a:endParaRPr/>
          </a:p>
        </p:txBody>
      </p:sp>
      <p:pic>
        <p:nvPicPr>
          <p:cNvPr id="217" name="Google Shape;2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2" y="1860500"/>
            <a:ext cx="3189900" cy="2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0995" y="964200"/>
            <a:ext cx="2679575" cy="178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421" y="1520100"/>
            <a:ext cx="2814725" cy="187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8572" y="3440725"/>
            <a:ext cx="4402050" cy="14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Pre-processing &amp; Data Augmentation </a:t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72" y="1860500"/>
            <a:ext cx="3189900" cy="2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896" y="928000"/>
            <a:ext cx="2935850" cy="19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1825" y="1810350"/>
            <a:ext cx="2553075" cy="169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1100" y="3623850"/>
            <a:ext cx="5100950" cy="13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Pre-processing &amp; Data Augmentation </a:t>
            </a:r>
            <a:endParaRPr/>
          </a:p>
        </p:txBody>
      </p:sp>
      <p:pic>
        <p:nvPicPr>
          <p:cNvPr id="235" name="Google Shape;2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72" y="1860500"/>
            <a:ext cx="3189900" cy="21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8371" y="1091187"/>
            <a:ext cx="2944950" cy="19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7920" y="1828900"/>
            <a:ext cx="2547725" cy="169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4100" y="3523625"/>
            <a:ext cx="4732975" cy="14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