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b8cf19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b8cf19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09b8cf194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09b8cf194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b8cf194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b8cf194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9b8cf194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09b8cf194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09b8cf19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09b8cf19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9b8da3ffb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09b8da3ffb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09b8da3ff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09b8da3ff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09b8da3ffb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09b8da3ffb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6000"/>
              <a:t>🔥 projekty​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pl" sz="4400"/>
              <a:t>O co chodzi? ​</a:t>
            </a:r>
            <a:endParaRPr sz="44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95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71224" lvl="0" marL="6096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1"/>
              <a:buChar char="●"/>
            </a:pPr>
            <a:r>
              <a:rPr lang="pl" sz="1550">
                <a:solidFill>
                  <a:schemeClr val="dk1"/>
                </a:solidFill>
              </a:rPr>
              <a:t>Każda grupa ma swojego </a:t>
            </a:r>
            <a:r>
              <a:rPr b="1" lang="pl" sz="1550">
                <a:solidFill>
                  <a:schemeClr val="dk1"/>
                </a:solidFill>
              </a:rPr>
              <a:t>opiekuna projektu </a:t>
            </a:r>
            <a:r>
              <a:rPr lang="pl" sz="1550">
                <a:solidFill>
                  <a:schemeClr val="dk1"/>
                </a:solidFill>
              </a:rPr>
              <a:t>– jego zadaniem będzie doradzanie wam w wątpliwych dla was kwestiach oraz ogólne udzielanie wskazówek i wszelkiej pomocy​</a:t>
            </a:r>
            <a:endParaRPr sz="1550">
              <a:solidFill>
                <a:schemeClr val="dk1"/>
              </a:solidFill>
            </a:endParaRPr>
          </a:p>
          <a:p>
            <a:pPr indent="-271224" lvl="0" marL="6096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1"/>
              <a:buChar char="●"/>
            </a:pPr>
            <a:r>
              <a:rPr lang="pl" sz="1550">
                <a:solidFill>
                  <a:schemeClr val="dk1"/>
                </a:solidFill>
              </a:rPr>
              <a:t>W trakcie realizacji projektu grupy regularnie raportują </a:t>
            </a:r>
            <a:r>
              <a:rPr b="1" lang="pl" sz="1550">
                <a:solidFill>
                  <a:schemeClr val="dk1"/>
                </a:solidFill>
              </a:rPr>
              <a:t>status prac – </a:t>
            </a:r>
            <a:r>
              <a:rPr lang="pl" sz="1550">
                <a:solidFill>
                  <a:schemeClr val="dk1"/>
                </a:solidFill>
              </a:rPr>
              <a:t>uwierzcie, nie chcecie się obudzić z projektem dzień przed oddaniem​</a:t>
            </a:r>
            <a:endParaRPr sz="1550">
              <a:solidFill>
                <a:schemeClr val="dk1"/>
              </a:solidFill>
            </a:endParaRPr>
          </a:p>
          <a:p>
            <a:pPr indent="-271224" lvl="0" marL="6096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1"/>
              <a:buChar char="●"/>
            </a:pPr>
            <a:r>
              <a:rPr lang="pl" sz="1550">
                <a:solidFill>
                  <a:schemeClr val="dk1"/>
                </a:solidFill>
              </a:rPr>
              <a:t>W waszym zakresie leży rozdzielenie między siebie pracy oraz trzymacie się wewnętrznie ustalonych terminów​</a:t>
            </a:r>
            <a:endParaRPr sz="1550">
              <a:solidFill>
                <a:schemeClr val="dk1"/>
              </a:solidFill>
            </a:endParaRPr>
          </a:p>
          <a:p>
            <a:pPr indent="-271224" lvl="0" marL="6096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1"/>
              <a:buChar char="●"/>
            </a:pPr>
            <a:r>
              <a:rPr lang="pl" sz="1550">
                <a:solidFill>
                  <a:schemeClr val="dk1"/>
                </a:solidFill>
              </a:rPr>
              <a:t>Samodzielnie ustalacie zakres projektu i szczegóły – w razie czego koordynator zawsze będzie służył pomocą​</a:t>
            </a:r>
            <a:endParaRPr sz="1550">
              <a:solidFill>
                <a:schemeClr val="dk1"/>
              </a:solidFill>
            </a:endParaRPr>
          </a:p>
          <a:p>
            <a:pPr indent="-271224" lvl="0" marL="6096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1"/>
              <a:buChar char="●"/>
            </a:pPr>
            <a:r>
              <a:rPr lang="pl" sz="1550">
                <a:solidFill>
                  <a:schemeClr val="dk1"/>
                </a:solidFill>
              </a:rPr>
              <a:t>Wiadomix jak nie macie pomysłu na własny projekt/grupy do projektu to piszcie, będziemy działać​</a:t>
            </a:r>
            <a:endParaRPr sz="1365"/>
          </a:p>
        </p:txBody>
      </p:sp>
      <p:sp>
        <p:nvSpPr>
          <p:cNvPr id="62" name="Google Shape;62;p14"/>
          <p:cNvSpPr/>
          <p:nvPr/>
        </p:nvSpPr>
        <p:spPr>
          <a:xfrm>
            <a:off x="5649300" y="349200"/>
            <a:ext cx="3043500" cy="444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Timeline: </a:t>
            </a:r>
            <a:r>
              <a:rPr lang="pl">
                <a:solidFill>
                  <a:schemeClr val="dk1"/>
                </a:solidFill>
              </a:rPr>
              <a:t>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6.09 – </a:t>
            </a:r>
            <a:r>
              <a:rPr lang="pl">
                <a:solidFill>
                  <a:schemeClr val="dk1"/>
                </a:solidFill>
              </a:rPr>
              <a:t>deadline na zgłoszenie grup, 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9.09 - </a:t>
            </a:r>
            <a:r>
              <a:rPr lang="pl">
                <a:solidFill>
                  <a:schemeClr val="dk1"/>
                </a:solidFill>
              </a:rPr>
              <a:t>krótki opis co dana grupa będzie tworzyć + lekki update jak praca ewentualnie ruszyła​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12</a:t>
            </a:r>
            <a:r>
              <a:rPr b="1" lang="pl">
                <a:solidFill>
                  <a:schemeClr val="dk1"/>
                </a:solidFill>
              </a:rPr>
              <a:t>.09 -</a:t>
            </a:r>
            <a:r>
              <a:rPr lang="pl">
                <a:solidFill>
                  <a:schemeClr val="dk1"/>
                </a:solidFill>
              </a:rPr>
              <a:t> hackathon SOLVRO :O​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16.09 – </a:t>
            </a:r>
            <a:r>
              <a:rPr lang="pl">
                <a:solidFill>
                  <a:schemeClr val="dk1"/>
                </a:solidFill>
              </a:rPr>
              <a:t>krótki status update (2–3 minuty o tym, co już macie i co planujecie dalej), 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23.09 - </a:t>
            </a:r>
            <a:r>
              <a:rPr lang="pl">
                <a:solidFill>
                  <a:schemeClr val="dk1"/>
                </a:solidFill>
              </a:rPr>
              <a:t>krótki kolejny status update jak powyżej​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30.09 – </a:t>
            </a:r>
            <a:r>
              <a:rPr lang="pl">
                <a:solidFill>
                  <a:schemeClr val="dk1"/>
                </a:solidFill>
              </a:rPr>
              <a:t>wielki showcase finałowy​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Poziomy trudności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Łatwy (Nic nie jest łatwe w życiu :D)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Średni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Trudny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Łatwe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pl" sz="1900">
                <a:solidFill>
                  <a:schemeClr val="dk1"/>
                </a:solidFill>
              </a:rPr>
              <a:t>Zadanie Computer Vision z kaggla (</a:t>
            </a:r>
            <a:r>
              <a:rPr lang="pl" sz="1900">
                <a:solidFill>
                  <a:schemeClr val="dk1"/>
                </a:solidFill>
              </a:rPr>
              <a:t>proste</a:t>
            </a:r>
            <a:r>
              <a:rPr lang="pl" sz="1900">
                <a:solidFill>
                  <a:schemeClr val="dk1"/>
                </a:solidFill>
              </a:rPr>
              <a:t> zadanie z jakiegoś datasetu z kaggla), nie liczcie na dużą aktywność z mojej strony, bo jestem na wyjeździe 5-13 - Adam Korwin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pl" sz="1900">
                <a:solidFill>
                  <a:schemeClr val="dk1"/>
                </a:solidFill>
              </a:rPr>
              <a:t>segmentacja figur z obrazków - Julia Słowińska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pl" sz="1900">
                <a:solidFill>
                  <a:schemeClr val="dk1"/>
                </a:solidFill>
              </a:rPr>
              <a:t>Detektor spamu, binarna klasyfikacja, czyszczenie tekstu, TFIDF, Naive Bayes - Ola Makszewska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pl" sz="1900">
                <a:solidFill>
                  <a:schemeClr val="dk1"/>
                </a:solidFill>
              </a:rPr>
              <a:t>Segmentacja użytkowników - skalowanie cech, klastrowanie, wizualizacja - Ola Makszewska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Średnie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194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40000"/>
              <a:buChar char="-"/>
            </a:pPr>
            <a:r>
              <a:rPr lang="pl" sz="1500">
                <a:solidFill>
                  <a:schemeClr val="dk1"/>
                </a:solidFill>
              </a:rPr>
              <a:t>Gra społeczna typu Mafia/Werewolf z agentami wykorzystująca protokół A2A (Agent to Agent) - Jakub Gilewicz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RL do gry w "Blackjacka" (albo trudniejszy wariant do Pokera) - Jakub Gilewicz 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Model do warcab (RL) - Piotr Wojdas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Sterowanie światłami na skrzyżowaniu (RL) - Piotr Wojdas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Wykrywanie anomalii z sensorów (jakiś autoenkoder + mam fajny dataset gdzie trzeba obsługiwać pliki .parquet) - Julia Słowińska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narzędzie do remiksowania/czyszczenia audio (Dominik Galus + Paweł Litwin)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Mój idealny świat czyli wizyjny seed finder do minecraft - Jakub Smolarczyk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Neuromorficzne widzenie - CV na zbiorach DVS za pomocą sieci impulsowych - Szymon Woźniak</a:t>
            </a:r>
            <a:endParaRPr sz="1500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-"/>
            </a:pPr>
            <a:r>
              <a:rPr b="1" lang="pl" sz="1500">
                <a:solidFill>
                  <a:srgbClr val="FF0000"/>
                </a:solidFill>
              </a:rPr>
              <a:t>(słuchamy nie oceniamy) </a:t>
            </a:r>
            <a:r>
              <a:rPr lang="pl" sz="1500">
                <a:solidFill>
                  <a:schemeClr val="dk1"/>
                </a:solidFill>
              </a:rPr>
              <a:t>System rekomendacji anime na podstawie historii oglądania i ocen użytkowników - Paweł Pilarek</a:t>
            </a:r>
            <a:endParaRPr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Detekcja halucynacji w LLM’ach  </a:t>
            </a:r>
            <a:r>
              <a:rPr b="1" lang="pl" sz="1500">
                <a:solidFill>
                  <a:schemeClr val="dk1"/>
                </a:solidFill>
              </a:rPr>
              <a:t>ALBO</a:t>
            </a:r>
            <a:r>
              <a:rPr lang="pl" sz="1500">
                <a:solidFill>
                  <a:schemeClr val="dk1"/>
                </a:solidFill>
              </a:rPr>
              <a:t> Autorski zespół klasyfikatorów (Dynamic Classifier Selection) na tabular data - Michał Furgała (Średnio-trudne)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l" sz="1500">
                <a:solidFill>
                  <a:schemeClr val="dk1"/>
                </a:solidFill>
              </a:rPr>
              <a:t>Generowanie pixel-artów (np. spritów postaci / tekstur do gierki) - Kamil Borkowski, Patryk Mikołajewicz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Trudne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pl" sz="1900">
                <a:solidFill>
                  <a:schemeClr val="dk1"/>
                </a:solidFill>
              </a:rPr>
              <a:t>Sterowana generacja zdjęć + transfer stylu, bądź Inpainting &amp; Editing / r</a:t>
            </a:r>
            <a:r>
              <a:rPr lang="pl" sz="1900">
                <a:solidFill>
                  <a:schemeClr val="dk1"/>
                </a:solidFill>
              </a:rPr>
              <a:t>eal-time generacja z webcamem/kamerą </a:t>
            </a:r>
            <a:r>
              <a:rPr lang="pl" sz="1900">
                <a:solidFill>
                  <a:schemeClr val="dk1"/>
                </a:solidFill>
              </a:rPr>
              <a:t>- Dominik Galus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pl" sz="1900">
                <a:solidFill>
                  <a:schemeClr val="dk1"/>
                </a:solidFill>
              </a:rPr>
              <a:t>Szpieg w gęstych scenach (Dominik + Paweł Litwin)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pl" sz="1900">
                <a:solidFill>
                  <a:schemeClr val="dk1"/>
                </a:solidFill>
              </a:rPr>
              <a:t>Mikro-</a:t>
            </a:r>
            <a:r>
              <a:rPr lang="pl" sz="1900">
                <a:solidFill>
                  <a:schemeClr val="dk1"/>
                </a:solidFill>
              </a:rPr>
              <a:t>Alpha Fold / 3D GenAI [tworzenie własnego modelu generatywnego (Continuous Flow Matching) zwijającego szum w struktury białek 3D za pomocą sieci grafowych] (Marcel Musiałek)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Excel #będzie po wykładzie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 title="Screenshot 2026-09-02 at 18.15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1488"/>
            <a:ext cx="9144002" cy="392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Wakacyjne+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Dodatkowe wykłady we wrześniu: co środa zaczynamy od update’ów projektów co powinno potrwać maks 30 minut a po tym będą wykłady przygotowane przez doktorantów z katedry sztucznej inteligencji: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9 września: Wojciech Kozłowski + Julia Farganus (dyfuzja + gaussian splatting)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16 września: Łukasz Lenkiewicz (?)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23 września: Krzysztof Galus (?)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Gotowanie czas zacząć!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3" y="0"/>
            <a:ext cx="38576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 title="cooking-cook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650" y="1190588"/>
            <a:ext cx="209550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