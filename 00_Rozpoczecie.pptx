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iUx8U3UEjPbPIFYVVjLMnd6qJM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6565121a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f6565121a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6565121a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f6565121a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6565121a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f6565121a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66b24ab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f66b24ab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565121a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f6565121a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6565121a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f6565121a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11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.jpg"/><Relationship Id="rId9" Type="http://schemas.openxmlformats.org/officeDocument/2006/relationships/image" Target="../media/image5.png"/><Relationship Id="rId5" Type="http://schemas.openxmlformats.org/officeDocument/2006/relationships/image" Target="../media/image16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m.in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l"/>
              <a:t>Forma i struktura kursu</a:t>
            </a:r>
            <a:endParaRPr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Cykl tygodniowy: Wykład z danego tematu </a:t>
            </a:r>
            <a:r>
              <a:rPr lang="pl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 każdą środę o 19:00</a:t>
            </a: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na discordzie (czas trwania </a:t>
            </a:r>
            <a:r>
              <a:rPr lang="pl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około 1 godzina</a:t>
            </a: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Notebook wprowadzający: Praktyczny materiał krok po kroku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Praca domowa: Notebook z jasnymi wymaganiami i odnośnikami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Każda prezentacja wraz z odpowiadającymi im notebookami będą się pojawiać w dzień danego wykładu.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6565121a8_0_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l"/>
              <a:t>Sprawdzanie zadań</a:t>
            </a:r>
            <a:endParaRPr/>
          </a:p>
        </p:txBody>
      </p:sp>
      <p:sp>
        <p:nvSpPr>
          <p:cNvPr id="67" name="Google Shape;67;g3f6565121a8_0_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Oddanie zadania polega na utworzeniu pull requestu na czas, gdzie zcommitowany jest notebook z treścią na dany tydzień (ze swojego brancha)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Każdy kursant będzie przypisany losowo w grupy 4-osobowe, podczas których będziecie nawzajem sobie sprawdzać rozwiązania (podczas review próbujcie poznawać różne podejścia do problemu) - zadanie do zrobienia do niedzieli 23:59 a cross-review od poniedziałku do wtorku 23:59.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Ostateczny werdykt daje prowadzący, czy praca powinna zostać poprawiona.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Możliwa odpytka kursanta z zadania w przypadkach podejrzanych (brak ludzkiego inputu na zadanie)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/>
          <p:nvPr>
            <p:ph type="title"/>
          </p:nvPr>
        </p:nvSpPr>
        <p:spPr>
          <a:xfrm>
            <a:off x="311700" y="14116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l"/>
              <a:t>Wykładowcy :O</a:t>
            </a:r>
            <a:endParaRPr/>
          </a:p>
        </p:txBody>
      </p:sp>
      <p:sp>
        <p:nvSpPr>
          <p:cNvPr id="73" name="Google Shape;73;p3"/>
          <p:cNvSpPr txBox="1"/>
          <p:nvPr/>
        </p:nvSpPr>
        <p:spPr>
          <a:xfrm>
            <a:off x="77700" y="791450"/>
            <a:ext cx="267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chemeClr val="dk2"/>
                </a:solidFill>
              </a:rPr>
              <a:t>Przetwarzanie i wizualizacja danych</a:t>
            </a:r>
            <a:br>
              <a:rPr lang="pl" sz="1200">
                <a:solidFill>
                  <a:schemeClr val="dk2"/>
                </a:solidFill>
              </a:rPr>
            </a:br>
            <a:r>
              <a:rPr lang="pl" sz="1200">
                <a:solidFill>
                  <a:schemeClr val="dk2"/>
                </a:solidFill>
              </a:rPr>
              <a:t>(Grzegorz Wiącek, Julia Słowińska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74" name="Google Shape;74;p3" title="Screenshot 2026-08-04 at 18.09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151" y="1380863"/>
            <a:ext cx="1416300" cy="139496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 txBox="1"/>
          <p:nvPr/>
        </p:nvSpPr>
        <p:spPr>
          <a:xfrm>
            <a:off x="2955300" y="532075"/>
            <a:ext cx="1416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chemeClr val="dk2"/>
                </a:solidFill>
              </a:rPr>
              <a:t>Podstawy AI/ML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chemeClr val="dk2"/>
                </a:solidFill>
              </a:rPr>
              <a:t>(Dominik Galus,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chemeClr val="dk2"/>
                </a:solidFill>
              </a:rPr>
              <a:t>Damian Ryczko,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chemeClr val="dk2"/>
                </a:solidFill>
              </a:rPr>
              <a:t>Jan Bubiński)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76" name="Google Shape;76;p3" title="Kpldg7r1.jpg"/>
          <p:cNvPicPr preferRelativeResize="0"/>
          <p:nvPr/>
        </p:nvPicPr>
        <p:blipFill rotWithShape="1">
          <a:blip r:embed="rId4">
            <a:alphaModFix/>
          </a:blip>
          <a:srcRect b="8936" l="0" r="0" t="17274"/>
          <a:stretch/>
        </p:blipFill>
        <p:spPr>
          <a:xfrm>
            <a:off x="3007037" y="1455477"/>
            <a:ext cx="1312825" cy="114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3" title="0jPilnRG.jpg"/>
          <p:cNvPicPr preferRelativeResize="0"/>
          <p:nvPr/>
        </p:nvPicPr>
        <p:blipFill rotWithShape="1">
          <a:blip r:embed="rId5">
            <a:alphaModFix/>
          </a:blip>
          <a:srcRect b="26400" l="43992" r="8175" t="0"/>
          <a:stretch/>
        </p:blipFill>
        <p:spPr>
          <a:xfrm>
            <a:off x="3007038" y="3946775"/>
            <a:ext cx="1312824" cy="119422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 txBox="1"/>
          <p:nvPr/>
        </p:nvSpPr>
        <p:spPr>
          <a:xfrm>
            <a:off x="4572000" y="791450"/>
            <a:ext cx="183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chemeClr val="dk2"/>
                </a:solidFill>
              </a:rPr>
              <a:t>Sieci Neuronowe i CV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chemeClr val="dk2"/>
                </a:solidFill>
              </a:rPr>
              <a:t>(Marcel Musiałek,</a:t>
            </a:r>
            <a:br>
              <a:rPr lang="pl" sz="1200">
                <a:solidFill>
                  <a:schemeClr val="dk2"/>
                </a:solidFill>
              </a:rPr>
            </a:br>
            <a:r>
              <a:rPr lang="pl" sz="1200">
                <a:solidFill>
                  <a:schemeClr val="dk2"/>
                </a:solidFill>
              </a:rPr>
              <a:t>Paweł Litwin)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6455675" y="-83650"/>
            <a:ext cx="1925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chemeClr val="dk2"/>
                </a:solidFill>
              </a:rPr>
              <a:t>NLP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chemeClr val="dk2"/>
                </a:solidFill>
              </a:rPr>
              <a:t>(Jakub Gilewicz,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chemeClr val="dk2"/>
                </a:solidFill>
              </a:rPr>
              <a:t>Kamil Borkowski,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chemeClr val="dk2"/>
                </a:solidFill>
              </a:rPr>
              <a:t>Aleksandra Makszewska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80" name="Google Shape;80;p3" title="Messenger_creation_991AAB47-236F-4D02-A613-ECD42EF63E16.jpg"/>
          <p:cNvPicPr preferRelativeResize="0"/>
          <p:nvPr/>
        </p:nvPicPr>
        <p:blipFill rotWithShape="1">
          <a:blip r:embed="rId6">
            <a:alphaModFix/>
          </a:blip>
          <a:srcRect b="38507" l="0" r="0" t="0"/>
          <a:stretch/>
        </p:blipFill>
        <p:spPr>
          <a:xfrm>
            <a:off x="6710075" y="2210099"/>
            <a:ext cx="1416301" cy="1236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3" title="PXL_20250930_1515034433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10074" y="787782"/>
            <a:ext cx="1416298" cy="141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37523" y="1510660"/>
            <a:ext cx="1312799" cy="1400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37524" y="2932251"/>
            <a:ext cx="1312800" cy="183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81911" y="3446650"/>
            <a:ext cx="1272626" cy="169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3"/>
          <p:cNvPicPr preferRelativeResize="0"/>
          <p:nvPr/>
        </p:nvPicPr>
        <p:blipFill rotWithShape="1">
          <a:blip r:embed="rId11">
            <a:alphaModFix/>
          </a:blip>
          <a:srcRect b="0" l="22518" r="9288" t="0"/>
          <a:stretch/>
        </p:blipFill>
        <p:spPr>
          <a:xfrm>
            <a:off x="3007050" y="2601650"/>
            <a:ext cx="1312799" cy="134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20152" y="2911150"/>
            <a:ext cx="1592289" cy="11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6565121a8_0_21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l" sz="3620"/>
              <a:t>Dodatkowe wykłady?? </a:t>
            </a:r>
            <a:r>
              <a:rPr lang="pl" sz="3620"/>
              <a:t>😱 (we wrześniu)</a:t>
            </a:r>
            <a:endParaRPr sz="36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565121a8_0_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l"/>
              <a:t>Projekty</a:t>
            </a:r>
            <a:endParaRPr/>
          </a:p>
        </p:txBody>
      </p:sp>
      <p:sp>
        <p:nvSpPr>
          <p:cNvPr id="97" name="Google Shape;97;g3f6565121a8_0_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 grupach 2-4 osobowych (najlepiej w 4 osoby)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Uczestnik może zaproponować temat co go zainteresował, bądź wybrać przez nas zaproponowany.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Projekt może poszerzać materiał z kursu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Kursanci co tydzień będą zdawać raport z przebiegu projektu - slajd na wyznaczonej prezentacji we wrześniu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Projekt będzie wymagał napisaniu raportu w latex </a:t>
            </a:r>
            <a:r>
              <a:rPr lang="pl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m.in</a:t>
            </a: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 co udało się osiągnąć/zaimplementować, wyniki badań, obalenie hipotezy itd…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66b24ab08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l"/>
              <a:t>Użycie AI :C</a:t>
            </a:r>
            <a:endParaRPr/>
          </a:p>
        </p:txBody>
      </p:sp>
      <p:sp>
        <p:nvSpPr>
          <p:cNvPr id="103" name="Google Shape;103;g3f66b24ab08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Przede wszystkim rozsądnie! Lepiej pomęczyć się z godzinę lub dwie w danym podejściu żeby utrwalić wiedze aniżeli sięgać od razu po AI.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Podczas cross-review na pull requestach jest ZAKAZ użycia AI do pisania komentarzy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Nie popadajcie w cyberpsychoze!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6565121a8_0_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l"/>
              <a:t>Zaliczenie kursu</a:t>
            </a:r>
            <a:endParaRPr/>
          </a:p>
        </p:txBody>
      </p:sp>
      <p:sp>
        <p:nvSpPr>
          <p:cNvPr id="109" name="Google Shape;109;g3f6565121a8_0_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Oddane poprawnie wszystkie zadania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Udział we wszystkich cross-review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-"/>
            </a:pPr>
            <a:r>
              <a:rPr lang="pl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Angaż w projekt grupowy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6565121a8_0_31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l" sz="3620"/>
              <a:t>Powodzenia!!!</a:t>
            </a:r>
            <a:endParaRPr sz="3620"/>
          </a:p>
        </p:txBody>
      </p:sp>
      <p:pic>
        <p:nvPicPr>
          <p:cNvPr id="115" name="Google Shape;115;g3f6565121a8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1825" y="2982225"/>
            <a:ext cx="2823126" cy="198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f6565121a8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325" y="173625"/>
            <a:ext cx="1980600" cy="198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f6565121a8_0_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3425" y="102925"/>
            <a:ext cx="1980600" cy="198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f6565121a8_0_31" title="MCFPPy5C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2939825"/>
            <a:ext cx="2277027" cy="198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