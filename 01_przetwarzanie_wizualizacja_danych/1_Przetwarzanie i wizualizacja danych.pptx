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custom-properties+xml" PartName="/docProps/custom.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 id="2147483660" r:id="rId5"/>
    <p:sldMasterId id="2147483672"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y="6858000" cx="12192000"/>
  <p:notesSz cx="6858000" cy="9144000"/>
  <p:embeddedFontLst>
    <p:embeddedFont>
      <p:font typeface="Play"/>
      <p:regular r:id="rId68"/>
      <p:bold r:id="rId69"/>
    </p:embeddedFont>
    <p:embeddedFont>
      <p:font typeface="Amatic SC"/>
      <p:regular r:id="rId70"/>
      <p:bold r:id="rId7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72" roundtripDataSignature="AMtx7mgfpFa0uk1/0cX0p3BRVdUSlXNhY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66DABDC-19B1-45FA-81D7-11D77B005665}">
  <a:tblStyle styleId="{F66DABDC-19B1-45FA-81D7-11D77B005665}"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3.xml"/><Relationship Id="rId42" Type="http://schemas.openxmlformats.org/officeDocument/2006/relationships/slide" Target="slides/slide35.xml"/><Relationship Id="rId41" Type="http://schemas.openxmlformats.org/officeDocument/2006/relationships/slide" Target="slides/slide34.xml"/><Relationship Id="rId44" Type="http://schemas.openxmlformats.org/officeDocument/2006/relationships/slide" Target="slides/slide37.xml"/><Relationship Id="rId43" Type="http://schemas.openxmlformats.org/officeDocument/2006/relationships/slide" Target="slides/slide36.xml"/><Relationship Id="rId46" Type="http://schemas.openxmlformats.org/officeDocument/2006/relationships/slide" Target="slides/slide39.xml"/><Relationship Id="rId45" Type="http://schemas.openxmlformats.org/officeDocument/2006/relationships/slide" Target="slides/slide3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2.xml"/><Relationship Id="rId48" Type="http://schemas.openxmlformats.org/officeDocument/2006/relationships/slide" Target="slides/slide41.xml"/><Relationship Id="rId47" Type="http://schemas.openxmlformats.org/officeDocument/2006/relationships/slide" Target="slides/slide40.xml"/><Relationship Id="rId49" Type="http://schemas.openxmlformats.org/officeDocument/2006/relationships/slide" Target="slides/slide42.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8" Type="http://schemas.openxmlformats.org/officeDocument/2006/relationships/slide" Target="slides/slide1.xml"/><Relationship Id="rId72" Type="http://customschemas.google.com/relationships/presentationmetadata" Target="metadata"/><Relationship Id="rId31" Type="http://schemas.openxmlformats.org/officeDocument/2006/relationships/slide" Target="slides/slide24.xml"/><Relationship Id="rId30" Type="http://schemas.openxmlformats.org/officeDocument/2006/relationships/slide" Target="slides/slide23.xml"/><Relationship Id="rId33" Type="http://schemas.openxmlformats.org/officeDocument/2006/relationships/slide" Target="slides/slide26.xml"/><Relationship Id="rId32" Type="http://schemas.openxmlformats.org/officeDocument/2006/relationships/slide" Target="slides/slide25.xml"/><Relationship Id="rId35" Type="http://schemas.openxmlformats.org/officeDocument/2006/relationships/slide" Target="slides/slide28.xml"/><Relationship Id="rId34" Type="http://schemas.openxmlformats.org/officeDocument/2006/relationships/slide" Target="slides/slide27.xml"/><Relationship Id="rId71" Type="http://schemas.openxmlformats.org/officeDocument/2006/relationships/font" Target="fonts/AmaticSC-bold.fntdata"/><Relationship Id="rId70" Type="http://schemas.openxmlformats.org/officeDocument/2006/relationships/font" Target="fonts/AmaticSC-regular.fntdata"/><Relationship Id="rId37" Type="http://schemas.openxmlformats.org/officeDocument/2006/relationships/slide" Target="slides/slide30.xml"/><Relationship Id="rId36" Type="http://schemas.openxmlformats.org/officeDocument/2006/relationships/slide" Target="slides/slide29.xml"/><Relationship Id="rId39" Type="http://schemas.openxmlformats.org/officeDocument/2006/relationships/slide" Target="slides/slide32.xml"/><Relationship Id="rId38" Type="http://schemas.openxmlformats.org/officeDocument/2006/relationships/slide" Target="slides/slide31.xml"/><Relationship Id="rId62" Type="http://schemas.openxmlformats.org/officeDocument/2006/relationships/slide" Target="slides/slide55.xml"/><Relationship Id="rId61" Type="http://schemas.openxmlformats.org/officeDocument/2006/relationships/slide" Target="slides/slide54.xml"/><Relationship Id="rId20" Type="http://schemas.openxmlformats.org/officeDocument/2006/relationships/slide" Target="slides/slide13.xml"/><Relationship Id="rId64" Type="http://schemas.openxmlformats.org/officeDocument/2006/relationships/slide" Target="slides/slide57.xml"/><Relationship Id="rId63" Type="http://schemas.openxmlformats.org/officeDocument/2006/relationships/slide" Target="slides/slide56.xml"/><Relationship Id="rId22" Type="http://schemas.openxmlformats.org/officeDocument/2006/relationships/slide" Target="slides/slide15.xml"/><Relationship Id="rId66" Type="http://schemas.openxmlformats.org/officeDocument/2006/relationships/slide" Target="slides/slide59.xml"/><Relationship Id="rId21" Type="http://schemas.openxmlformats.org/officeDocument/2006/relationships/slide" Target="slides/slide14.xml"/><Relationship Id="rId65" Type="http://schemas.openxmlformats.org/officeDocument/2006/relationships/slide" Target="slides/slide58.xml"/><Relationship Id="rId24" Type="http://schemas.openxmlformats.org/officeDocument/2006/relationships/slide" Target="slides/slide17.xml"/><Relationship Id="rId68" Type="http://schemas.openxmlformats.org/officeDocument/2006/relationships/font" Target="fonts/Play-regular.fntdata"/><Relationship Id="rId23" Type="http://schemas.openxmlformats.org/officeDocument/2006/relationships/slide" Target="slides/slide16.xml"/><Relationship Id="rId67" Type="http://schemas.openxmlformats.org/officeDocument/2006/relationships/slide" Target="slides/slide60.xml"/><Relationship Id="rId60" Type="http://schemas.openxmlformats.org/officeDocument/2006/relationships/slide" Target="slides/slide53.xml"/><Relationship Id="rId26" Type="http://schemas.openxmlformats.org/officeDocument/2006/relationships/slide" Target="slides/slide19.xml"/><Relationship Id="rId25" Type="http://schemas.openxmlformats.org/officeDocument/2006/relationships/slide" Target="slides/slide18.xml"/><Relationship Id="rId69" Type="http://schemas.openxmlformats.org/officeDocument/2006/relationships/font" Target="fonts/Play-bold.fntdata"/><Relationship Id="rId28" Type="http://schemas.openxmlformats.org/officeDocument/2006/relationships/slide" Target="slides/slide21.xml"/><Relationship Id="rId27" Type="http://schemas.openxmlformats.org/officeDocument/2006/relationships/slide" Target="slides/slide20.xml"/><Relationship Id="rId29" Type="http://schemas.openxmlformats.org/officeDocument/2006/relationships/slide" Target="slides/slide22.xml"/><Relationship Id="rId51" Type="http://schemas.openxmlformats.org/officeDocument/2006/relationships/slide" Target="slides/slide44.xml"/><Relationship Id="rId50" Type="http://schemas.openxmlformats.org/officeDocument/2006/relationships/slide" Target="slides/slide43.xml"/><Relationship Id="rId53" Type="http://schemas.openxmlformats.org/officeDocument/2006/relationships/slide" Target="slides/slide46.xml"/><Relationship Id="rId52" Type="http://schemas.openxmlformats.org/officeDocument/2006/relationships/slide" Target="slides/slide45.xml"/><Relationship Id="rId11" Type="http://schemas.openxmlformats.org/officeDocument/2006/relationships/slide" Target="slides/slide4.xml"/><Relationship Id="rId55" Type="http://schemas.openxmlformats.org/officeDocument/2006/relationships/slide" Target="slides/slide48.xml"/><Relationship Id="rId10" Type="http://schemas.openxmlformats.org/officeDocument/2006/relationships/slide" Target="slides/slide3.xml"/><Relationship Id="rId54" Type="http://schemas.openxmlformats.org/officeDocument/2006/relationships/slide" Target="slides/slide47.xml"/><Relationship Id="rId13" Type="http://schemas.openxmlformats.org/officeDocument/2006/relationships/slide" Target="slides/slide6.xml"/><Relationship Id="rId57" Type="http://schemas.openxmlformats.org/officeDocument/2006/relationships/slide" Target="slides/slide50.xml"/><Relationship Id="rId12" Type="http://schemas.openxmlformats.org/officeDocument/2006/relationships/slide" Target="slides/slide5.xml"/><Relationship Id="rId56" Type="http://schemas.openxmlformats.org/officeDocument/2006/relationships/slide" Target="slides/slide49.xml"/><Relationship Id="rId15" Type="http://schemas.openxmlformats.org/officeDocument/2006/relationships/slide" Target="slides/slide8.xml"/><Relationship Id="rId59" Type="http://schemas.openxmlformats.org/officeDocument/2006/relationships/slide" Target="slides/slide52.xml"/><Relationship Id="rId14" Type="http://schemas.openxmlformats.org/officeDocument/2006/relationships/slide" Target="slides/slide7.xml"/><Relationship Id="rId58" Type="http://schemas.openxmlformats.org/officeDocument/2006/relationships/slide" Target="slides/slide51.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pl-PL"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g38b89f731a7_9_1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6" name="Google Shape;176;g38b89f731a7_9_15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 name="Google Shape;184;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5" name="Google Shape;185;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8" name="Google Shape;19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 name="Google Shape;20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pl-PL"/>
              <a:t>Dane – opisują zjawiska ale same w sobie nic nie znaczą. Dopiero zinterpretowane dane to informacja, np. dana to temperatura = 27 stopni celcjusza, a informacja to „jest gorąco” albo „jest ciepło” -&gt; nie ma jednoznaczności.</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pl-PL" sz="1200"/>
              <a:t>Dana to zapisana w określonej formie (np. liczby, tekstu, obrazu) informacja o jakimś zjawisku, obiekcie lub procesie. Sama w sobie NIC NIE ZNACZY, musi być zinterpretowana. Możemy rozumieć trenowanie modeli jako wyciąganie informacji z danych w określonym celu</a:t>
            </a:r>
            <a:endParaRPr/>
          </a:p>
          <a:p>
            <a:pPr indent="0" lvl="0" marL="0" rtl="0" algn="l">
              <a:spcBef>
                <a:spcPts val="0"/>
              </a:spcBef>
              <a:spcAft>
                <a:spcPts val="0"/>
              </a:spcAft>
              <a:buNone/>
            </a:pPr>
            <a:r>
              <a:t/>
            </a:r>
            <a:endParaRPr/>
          </a:p>
        </p:txBody>
      </p:sp>
      <p:sp>
        <p:nvSpPr>
          <p:cNvPr id="206" name="Google Shape;20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 name="Google Shape;21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pl-PL"/>
              <a:t>Wyróżniamy modalności, czyli surowe postacie danych z którymi się spotykamy, </a:t>
            </a:r>
            <a:endParaRPr sz="1200"/>
          </a:p>
          <a:p>
            <a:pPr indent="0" lvl="0" marL="0" rtl="0" algn="l">
              <a:spcBef>
                <a:spcPts val="0"/>
              </a:spcBef>
              <a:spcAft>
                <a:spcPts val="0"/>
              </a:spcAft>
              <a:buNone/>
            </a:pPr>
            <a:r>
              <a:t/>
            </a:r>
            <a:endParaRPr/>
          </a:p>
        </p:txBody>
      </p:sp>
      <p:sp>
        <p:nvSpPr>
          <p:cNvPr id="217" name="Google Shape;21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 name="Google Shape;235;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pl-PL"/>
              <a:t>Dane – opisują zjawiska ale same w sobie nic nie znaczą. Dopiero zinterpretowane dane to informacja, np. dana to temperatura = 27 stopni celcjusza, a informacja to „jest gorąco” albo „jest ciepło” -&gt; nie ma jednoznaczności.</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pl-PL" sz="1200"/>
              <a:t>Dana to zapisana w określonej formie (np. liczby, tekstu, obrazu) informacja o jakimś zjawisku, obiekcie lub procesie. Sama w sobie NIC NIE ZNACZY, musi być zinterpretowana. Możemy rozumieć trenowanie modeli jako wyciąganie informacji z danych w określonym celu</a:t>
            </a:r>
            <a:endParaRPr/>
          </a:p>
          <a:p>
            <a:pPr indent="0" lvl="0" marL="0" rtl="0" algn="l">
              <a:spcBef>
                <a:spcPts val="0"/>
              </a:spcBef>
              <a:spcAft>
                <a:spcPts val="0"/>
              </a:spcAft>
              <a:buNone/>
            </a:pPr>
            <a:r>
              <a:t/>
            </a:r>
            <a:endParaRPr/>
          </a:p>
        </p:txBody>
      </p:sp>
      <p:sp>
        <p:nvSpPr>
          <p:cNvPr id="236" name="Google Shape;236;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 name="Google Shape;261;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pl-PL"/>
              <a:t>Wspomnieć, że to dane na temat pingwinów</a:t>
            </a:r>
            <a:endParaRPr/>
          </a:p>
          <a:p>
            <a:pPr indent="0" lvl="0" marL="0" rtl="0" algn="l">
              <a:spcBef>
                <a:spcPts val="0"/>
              </a:spcBef>
              <a:spcAft>
                <a:spcPts val="0"/>
              </a:spcAft>
              <a:buNone/>
            </a:pPr>
            <a:r>
              <a:rPr lang="pl-PL"/>
              <a:t>Przykład danych, jak wyglądają, co możemy zrobić z nimi</a:t>
            </a:r>
            <a:endParaRPr/>
          </a:p>
          <a:p>
            <a:pPr indent="0" lvl="0" marL="0" rtl="0" algn="l">
              <a:spcBef>
                <a:spcPts val="0"/>
              </a:spcBef>
              <a:spcAft>
                <a:spcPts val="0"/>
              </a:spcAft>
              <a:buNone/>
            </a:pPr>
            <a:r>
              <a:rPr lang="pl-PL"/>
              <a:t>Wymiar, predyktor, wielkość, podkreślić brakujące dane</a:t>
            </a:r>
            <a:endParaRPr/>
          </a:p>
          <a:p>
            <a:pPr indent="0" lvl="0" marL="0" rtl="0" algn="l">
              <a:spcBef>
                <a:spcPts val="0"/>
              </a:spcBef>
              <a:spcAft>
                <a:spcPts val="0"/>
              </a:spcAft>
              <a:buNone/>
            </a:pPr>
            <a:r>
              <a:t/>
            </a:r>
            <a:endParaRPr/>
          </a:p>
          <a:p>
            <a:pPr indent="0" lvl="0" marL="0" rtl="0" algn="l">
              <a:spcBef>
                <a:spcPts val="0"/>
              </a:spcBef>
              <a:spcAft>
                <a:spcPts val="0"/>
              </a:spcAft>
              <a:buNone/>
            </a:pPr>
            <a:r>
              <a:rPr lang="pl-PL"/>
              <a:t>Co jest celem analizy danych? Praktyczne przykłady</a:t>
            </a:r>
            <a:endParaRPr/>
          </a:p>
          <a:p>
            <a:pPr indent="0" lvl="0" marL="0" rtl="0" algn="l">
              <a:spcBef>
                <a:spcPts val="0"/>
              </a:spcBef>
              <a:spcAft>
                <a:spcPts val="0"/>
              </a:spcAft>
              <a:buNone/>
            </a:pPr>
            <a:r>
              <a:t/>
            </a:r>
            <a:endParaRPr/>
          </a:p>
        </p:txBody>
      </p:sp>
      <p:sp>
        <p:nvSpPr>
          <p:cNvPr id="262" name="Google Shape;262;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 name="Google Shape;270;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pl-PL"/>
              <a:t>Wspomnieć, że to dane na temat pingwinów</a:t>
            </a:r>
            <a:endParaRPr/>
          </a:p>
          <a:p>
            <a:pPr indent="0" lvl="0" marL="0" rtl="0" algn="l">
              <a:spcBef>
                <a:spcPts val="0"/>
              </a:spcBef>
              <a:spcAft>
                <a:spcPts val="0"/>
              </a:spcAft>
              <a:buNone/>
            </a:pPr>
            <a:r>
              <a:rPr lang="pl-PL"/>
              <a:t>Przykład danych, jak wyglądają, co możemy zrobić z nimi</a:t>
            </a:r>
            <a:endParaRPr/>
          </a:p>
          <a:p>
            <a:pPr indent="0" lvl="0" marL="0" rtl="0" algn="l">
              <a:spcBef>
                <a:spcPts val="0"/>
              </a:spcBef>
              <a:spcAft>
                <a:spcPts val="0"/>
              </a:spcAft>
              <a:buNone/>
            </a:pPr>
            <a:r>
              <a:rPr lang="pl-PL"/>
              <a:t>Wymiar, predyktor, wielkość, podkreślić brakujące dane</a:t>
            </a:r>
            <a:endParaRPr/>
          </a:p>
          <a:p>
            <a:pPr indent="0" lvl="0" marL="0" rtl="0" algn="l">
              <a:spcBef>
                <a:spcPts val="0"/>
              </a:spcBef>
              <a:spcAft>
                <a:spcPts val="0"/>
              </a:spcAft>
              <a:buNone/>
            </a:pPr>
            <a:r>
              <a:t/>
            </a:r>
            <a:endParaRPr/>
          </a:p>
          <a:p>
            <a:pPr indent="0" lvl="0" marL="0" rtl="0" algn="l">
              <a:spcBef>
                <a:spcPts val="0"/>
              </a:spcBef>
              <a:spcAft>
                <a:spcPts val="0"/>
              </a:spcAft>
              <a:buNone/>
            </a:pPr>
            <a:r>
              <a:rPr lang="pl-PL"/>
              <a:t>Co jest celem analizy danych? Praktyczne przykłady</a:t>
            </a:r>
            <a:endParaRPr/>
          </a:p>
          <a:p>
            <a:pPr indent="0" lvl="0" marL="0" rtl="0" algn="l">
              <a:spcBef>
                <a:spcPts val="0"/>
              </a:spcBef>
              <a:spcAft>
                <a:spcPts val="0"/>
              </a:spcAft>
              <a:buNone/>
            </a:pPr>
            <a:r>
              <a:t/>
            </a:r>
            <a:endParaRPr/>
          </a:p>
        </p:txBody>
      </p:sp>
      <p:sp>
        <p:nvSpPr>
          <p:cNvPr id="271" name="Google Shape;271;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1" name="Google Shape;281;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pl-PL"/>
              <a:t>Wspomnieć, że to dane na temat pingwinów</a:t>
            </a:r>
            <a:endParaRPr/>
          </a:p>
          <a:p>
            <a:pPr indent="0" lvl="0" marL="0" rtl="0" algn="l">
              <a:spcBef>
                <a:spcPts val="0"/>
              </a:spcBef>
              <a:spcAft>
                <a:spcPts val="0"/>
              </a:spcAft>
              <a:buNone/>
            </a:pPr>
            <a:r>
              <a:rPr lang="pl-PL"/>
              <a:t>Przykład danych, jak wyglądają, co możemy zrobić z nimi</a:t>
            </a:r>
            <a:endParaRPr/>
          </a:p>
          <a:p>
            <a:pPr indent="0" lvl="0" marL="0" rtl="0" algn="l">
              <a:spcBef>
                <a:spcPts val="0"/>
              </a:spcBef>
              <a:spcAft>
                <a:spcPts val="0"/>
              </a:spcAft>
              <a:buNone/>
            </a:pPr>
            <a:r>
              <a:rPr lang="pl-PL"/>
              <a:t>Wymiar, predyktor, wielkość, podkreślić brakujące dane</a:t>
            </a:r>
            <a:endParaRPr/>
          </a:p>
          <a:p>
            <a:pPr indent="0" lvl="0" marL="0" rtl="0" algn="l">
              <a:spcBef>
                <a:spcPts val="0"/>
              </a:spcBef>
              <a:spcAft>
                <a:spcPts val="0"/>
              </a:spcAft>
              <a:buNone/>
            </a:pPr>
            <a:r>
              <a:t/>
            </a:r>
            <a:endParaRPr/>
          </a:p>
          <a:p>
            <a:pPr indent="0" lvl="0" marL="0" rtl="0" algn="l">
              <a:spcBef>
                <a:spcPts val="0"/>
              </a:spcBef>
              <a:spcAft>
                <a:spcPts val="0"/>
              </a:spcAft>
              <a:buNone/>
            </a:pPr>
            <a:r>
              <a:rPr lang="pl-PL"/>
              <a:t>Co jest celem analizy danych? Praktyczne przykłady</a:t>
            </a:r>
            <a:endParaRPr/>
          </a:p>
          <a:p>
            <a:pPr indent="0" lvl="0" marL="0" rtl="0" algn="l">
              <a:spcBef>
                <a:spcPts val="0"/>
              </a:spcBef>
              <a:spcAft>
                <a:spcPts val="0"/>
              </a:spcAft>
              <a:buNone/>
            </a:pPr>
            <a:r>
              <a:t/>
            </a:r>
            <a:endParaRPr/>
          </a:p>
        </p:txBody>
      </p:sp>
      <p:sp>
        <p:nvSpPr>
          <p:cNvPr id="282" name="Google Shape;282;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 name="Shape 293"/>
        <p:cNvGrpSpPr/>
        <p:nvPr/>
      </p:nvGrpSpPr>
      <p:grpSpPr>
        <a:xfrm>
          <a:off x="0" y="0"/>
          <a:ext cx="0" cy="0"/>
          <a:chOff x="0" y="0"/>
          <a:chExt cx="0" cy="0"/>
        </a:xfrm>
      </p:grpSpPr>
      <p:sp>
        <p:nvSpPr>
          <p:cNvPr id="294" name="Google Shape;294;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5" name="Google Shape;295;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pl-PL"/>
              <a:t>Wspomnieć, że to dane na temat pingwinów</a:t>
            </a:r>
            <a:endParaRPr/>
          </a:p>
          <a:p>
            <a:pPr indent="0" lvl="0" marL="0" rtl="0" algn="l">
              <a:spcBef>
                <a:spcPts val="0"/>
              </a:spcBef>
              <a:spcAft>
                <a:spcPts val="0"/>
              </a:spcAft>
              <a:buNone/>
            </a:pPr>
            <a:r>
              <a:rPr lang="pl-PL"/>
              <a:t>Przykład danych, jak wyglądają, co możemy zrobić z nimi</a:t>
            </a:r>
            <a:endParaRPr/>
          </a:p>
          <a:p>
            <a:pPr indent="0" lvl="0" marL="0" rtl="0" algn="l">
              <a:spcBef>
                <a:spcPts val="0"/>
              </a:spcBef>
              <a:spcAft>
                <a:spcPts val="0"/>
              </a:spcAft>
              <a:buNone/>
            </a:pPr>
            <a:r>
              <a:rPr lang="pl-PL"/>
              <a:t>Wymiar, predyktor, wielkość, podkreślić brakujące dane</a:t>
            </a:r>
            <a:endParaRPr/>
          </a:p>
          <a:p>
            <a:pPr indent="0" lvl="0" marL="0" rtl="0" algn="l">
              <a:spcBef>
                <a:spcPts val="0"/>
              </a:spcBef>
              <a:spcAft>
                <a:spcPts val="0"/>
              </a:spcAft>
              <a:buNone/>
            </a:pPr>
            <a:r>
              <a:t/>
            </a:r>
            <a:endParaRPr/>
          </a:p>
          <a:p>
            <a:pPr indent="0" lvl="0" marL="0" rtl="0" algn="l">
              <a:spcBef>
                <a:spcPts val="0"/>
              </a:spcBef>
              <a:spcAft>
                <a:spcPts val="0"/>
              </a:spcAft>
              <a:buNone/>
            </a:pPr>
            <a:r>
              <a:rPr lang="pl-PL"/>
              <a:t>Co jest celem analizy danych? Praktyczne przykłady</a:t>
            </a:r>
            <a:endParaRPr/>
          </a:p>
          <a:p>
            <a:pPr indent="0" lvl="0" marL="0" rtl="0" algn="l">
              <a:spcBef>
                <a:spcPts val="0"/>
              </a:spcBef>
              <a:spcAft>
                <a:spcPts val="0"/>
              </a:spcAft>
              <a:buNone/>
            </a:pPr>
            <a:r>
              <a:t/>
            </a:r>
            <a:endParaRPr/>
          </a:p>
        </p:txBody>
      </p:sp>
      <p:sp>
        <p:nvSpPr>
          <p:cNvPr id="296" name="Google Shape;296;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pl-PL"/>
              <a:t>Przykład danych, jak wyglądają, co możemy zrobić z nimi</a:t>
            </a:r>
            <a:endParaRPr/>
          </a:p>
          <a:p>
            <a:pPr indent="0" lvl="0" marL="0" rtl="0" algn="l">
              <a:spcBef>
                <a:spcPts val="0"/>
              </a:spcBef>
              <a:spcAft>
                <a:spcPts val="0"/>
              </a:spcAft>
              <a:buNone/>
            </a:pPr>
            <a:r>
              <a:rPr lang="pl-PL"/>
              <a:t>Wymiar, predyktor, wielkość, podkreślić brakujące dane</a:t>
            </a:r>
            <a:endParaRPr/>
          </a:p>
          <a:p>
            <a:pPr indent="0" lvl="0" marL="0" rtl="0" algn="l">
              <a:spcBef>
                <a:spcPts val="0"/>
              </a:spcBef>
              <a:spcAft>
                <a:spcPts val="0"/>
              </a:spcAft>
              <a:buNone/>
            </a:pPr>
            <a:r>
              <a:t/>
            </a:r>
            <a:endParaRPr/>
          </a:p>
          <a:p>
            <a:pPr indent="0" lvl="0" marL="0" rtl="0" algn="l">
              <a:spcBef>
                <a:spcPts val="0"/>
              </a:spcBef>
              <a:spcAft>
                <a:spcPts val="0"/>
              </a:spcAft>
              <a:buNone/>
            </a:pPr>
            <a:r>
              <a:rPr lang="pl-PL"/>
              <a:t>Co jest celem analizy danych? Praktyczne przykłady</a:t>
            </a:r>
            <a:endParaRPr/>
          </a:p>
          <a:p>
            <a:pPr indent="0" lvl="0" marL="0" rtl="0" algn="l">
              <a:spcBef>
                <a:spcPts val="0"/>
              </a:spcBef>
              <a:spcAft>
                <a:spcPts val="0"/>
              </a:spcAft>
              <a:buNone/>
            </a:pPr>
            <a:r>
              <a:t/>
            </a:r>
            <a:endParaRPr/>
          </a:p>
        </p:txBody>
      </p:sp>
      <p:sp>
        <p:nvSpPr>
          <p:cNvPr id="311" name="Google Shape;311;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0" name="Google Shape;320;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pl-PL"/>
              <a:t>Przykład z przewidywaniem ludzi -&gt; nie będzie danych na temat wszystkich</a:t>
            </a:r>
            <a:endParaRPr/>
          </a:p>
        </p:txBody>
      </p:sp>
      <p:sp>
        <p:nvSpPr>
          <p:cNvPr id="321" name="Google Shape;321;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8b89f731a7_0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5" name="Google Shape;335;g38b89f731a7_0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pl-PL"/>
              <a:t>Przykład z przewidywaniem ludzi -&gt; nie będzie danych na temat wszystkich</a:t>
            </a:r>
            <a:endParaRPr/>
          </a:p>
        </p:txBody>
      </p:sp>
      <p:sp>
        <p:nvSpPr>
          <p:cNvPr id="336" name="Google Shape;336;g38b89f731a7_0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2" name="Google Shape;352;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pl-PL"/>
              <a:t>Predykcja wyników studentów ~ 1,000 obserwacji</a:t>
            </a:r>
            <a:endParaRPr/>
          </a:p>
          <a:p>
            <a:pPr indent="0" lvl="0" marL="0" rtl="0" algn="l">
              <a:spcBef>
                <a:spcPts val="0"/>
              </a:spcBef>
              <a:spcAft>
                <a:spcPts val="0"/>
              </a:spcAft>
              <a:buNone/>
            </a:pPr>
            <a:r>
              <a:rPr lang="pl-PL"/>
              <a:t>Klasyfikacja obrazków ~ 10,000 obrazków</a:t>
            </a:r>
            <a:endParaRPr/>
          </a:p>
          <a:p>
            <a:pPr indent="0" lvl="0" marL="0" rtl="0" algn="l">
              <a:spcBef>
                <a:spcPts val="0"/>
              </a:spcBef>
              <a:spcAft>
                <a:spcPts val="0"/>
              </a:spcAft>
              <a:buNone/>
            </a:pPr>
            <a:r>
              <a:rPr lang="pl-PL"/>
              <a:t>Analiza sentymentu modelem językowym ~ 1 000 000 000 słów</a:t>
            </a:r>
            <a:endParaRPr/>
          </a:p>
          <a:p>
            <a:pPr indent="0" lvl="0" marL="0" rtl="0" algn="l">
              <a:spcBef>
                <a:spcPts val="0"/>
              </a:spcBef>
              <a:spcAft>
                <a:spcPts val="0"/>
              </a:spcAft>
              <a:buNone/>
            </a:pPr>
            <a:r>
              <a:rPr lang="pl-PL"/>
              <a:t>Dodać odnośniki tutaj</a:t>
            </a:r>
            <a:endParaRPr/>
          </a:p>
        </p:txBody>
      </p:sp>
      <p:sp>
        <p:nvSpPr>
          <p:cNvPr id="353" name="Google Shape;353;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5" name="Shape 365"/>
        <p:cNvGrpSpPr/>
        <p:nvPr/>
      </p:nvGrpSpPr>
      <p:grpSpPr>
        <a:xfrm>
          <a:off x="0" y="0"/>
          <a:ext cx="0" cy="0"/>
          <a:chOff x="0" y="0"/>
          <a:chExt cx="0" cy="0"/>
        </a:xfrm>
      </p:grpSpPr>
      <p:sp>
        <p:nvSpPr>
          <p:cNvPr id="366" name="Google Shape;366;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7" name="Google Shape;367;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pl-PL" sz="1200"/>
              <a:t>Najpierw slajd z wyjaśnieniem, dlaczego zrozumienie danych jest ważne</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pl-PL" sz="1200"/>
              <a:t>Co prawda używa, ale możemy rozumieć analizę danych jako podejście, którego celem jest odkrycie struktury i modelu w danych.</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pl-PL" sz="1200"/>
              <a:t>Przykłady technik </a:t>
            </a:r>
            <a:endParaRPr/>
          </a:p>
        </p:txBody>
      </p:sp>
      <p:sp>
        <p:nvSpPr>
          <p:cNvPr id="368" name="Google Shape;368;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8" name="Google Shape;378;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pl-PL"/>
              <a:t>Pytanie główne: W jaki sposób zachęcić użytkowników do subskrypcji?</a:t>
            </a:r>
            <a:endParaRPr/>
          </a:p>
          <a:p>
            <a:pPr indent="0" lvl="0" marL="0" rtl="0" algn="l">
              <a:spcBef>
                <a:spcPts val="0"/>
              </a:spcBef>
              <a:spcAft>
                <a:spcPts val="0"/>
              </a:spcAft>
              <a:buClr>
                <a:schemeClr val="dk1"/>
              </a:buClr>
              <a:buFont typeface="Arial"/>
              <a:buNone/>
            </a:pPr>
            <a:r>
              <a:rPr lang="pl-PL"/>
              <a:t>Pytania poboczne: jaki jest profil subskrybentów, czy dana strona byłaby bardziej odpowiednia dla konkretnej grupy, które cechy są skorelowane ze subskrypcją? Jaki jest średni wiek subskrybentów? (pokazać agregację/grupowanie)</a:t>
            </a:r>
            <a:endParaRPr/>
          </a:p>
          <a:p>
            <a:pPr indent="0" lvl="0" marL="0" rtl="0" algn="l">
              <a:spcBef>
                <a:spcPts val="0"/>
              </a:spcBef>
              <a:spcAft>
                <a:spcPts val="0"/>
              </a:spcAft>
              <a:buClr>
                <a:schemeClr val="dk1"/>
              </a:buClr>
              <a:buFont typeface="Arial"/>
              <a:buNone/>
            </a:pPr>
            <a:r>
              <a:t/>
            </a:r>
            <a:endParaRPr/>
          </a:p>
          <a:p>
            <a:pPr indent="0" lvl="0" marL="0" rtl="0" algn="l">
              <a:spcBef>
                <a:spcPts val="0"/>
              </a:spcBef>
              <a:spcAft>
                <a:spcPts val="0"/>
              </a:spcAft>
              <a:buClr>
                <a:schemeClr val="dk1"/>
              </a:buClr>
              <a:buFont typeface="Arial"/>
              <a:buNone/>
            </a:pPr>
            <a:r>
              <a:rPr lang="pl-PL"/>
              <a:t>Detektyw danych </a:t>
            </a:r>
            <a:endParaRPr/>
          </a:p>
          <a:p>
            <a:pPr indent="0" lvl="0" marL="0" rtl="0" algn="l">
              <a:spcBef>
                <a:spcPts val="0"/>
              </a:spcBef>
              <a:spcAft>
                <a:spcPts val="0"/>
              </a:spcAft>
              <a:buNone/>
            </a:pPr>
            <a:r>
              <a:t/>
            </a:r>
            <a:endParaRPr/>
          </a:p>
        </p:txBody>
      </p:sp>
      <p:sp>
        <p:nvSpPr>
          <p:cNvPr id="379" name="Google Shape;379;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0" name="Google Shape;390;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pl-PL"/>
              <a:t>Pytanie główne: W jaki sposób zachęcić użytkowników do subskrypcji?</a:t>
            </a:r>
            <a:endParaRPr/>
          </a:p>
          <a:p>
            <a:pPr indent="0" lvl="0" marL="0" rtl="0" algn="l">
              <a:spcBef>
                <a:spcPts val="0"/>
              </a:spcBef>
              <a:spcAft>
                <a:spcPts val="0"/>
              </a:spcAft>
              <a:buNone/>
            </a:pPr>
            <a:r>
              <a:rPr lang="pl-PL"/>
              <a:t>Pytania poboczne: jaki jest profil subskrybentów, czy dana strona byłaby bardziej odpowiednia dla konkretnej grupy, które cechy są skorelowane ze subskrypcją? Jaki jest średni wiek subskrybentów? (pokazać agregację/grupowanie)</a:t>
            </a:r>
            <a:endParaRPr/>
          </a:p>
          <a:p>
            <a:pPr indent="0" lvl="0" marL="0" rtl="0" algn="l">
              <a:spcBef>
                <a:spcPts val="0"/>
              </a:spcBef>
              <a:spcAft>
                <a:spcPts val="0"/>
              </a:spcAft>
              <a:buNone/>
            </a:pPr>
            <a:r>
              <a:t/>
            </a:r>
            <a:endParaRPr/>
          </a:p>
          <a:p>
            <a:pPr indent="0" lvl="0" marL="0" rtl="0" algn="l">
              <a:spcBef>
                <a:spcPts val="0"/>
              </a:spcBef>
              <a:spcAft>
                <a:spcPts val="0"/>
              </a:spcAft>
              <a:buNone/>
            </a:pPr>
            <a:r>
              <a:rPr lang="pl-PL"/>
              <a:t>Wyjaśnić, dlaczego dodaliśmy kolumne</a:t>
            </a:r>
            <a:endParaRPr/>
          </a:p>
          <a:p>
            <a:pPr indent="0" lvl="0" marL="0" rtl="0" algn="l">
              <a:spcBef>
                <a:spcPts val="0"/>
              </a:spcBef>
              <a:spcAft>
                <a:spcPts val="0"/>
              </a:spcAft>
              <a:buNone/>
            </a:pPr>
            <a:r>
              <a:t/>
            </a:r>
            <a:endParaRPr/>
          </a:p>
        </p:txBody>
      </p:sp>
      <p:sp>
        <p:nvSpPr>
          <p:cNvPr id="391" name="Google Shape;391;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1" name="Google Shape;401;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pl-PL"/>
              <a:t>Pytanie główne: W jaki sposób zachęcić użytkowników do subskrypcji?</a:t>
            </a:r>
            <a:endParaRPr/>
          </a:p>
          <a:p>
            <a:pPr indent="0" lvl="0" marL="0" rtl="0" algn="l">
              <a:spcBef>
                <a:spcPts val="0"/>
              </a:spcBef>
              <a:spcAft>
                <a:spcPts val="0"/>
              </a:spcAft>
              <a:buNone/>
            </a:pPr>
            <a:r>
              <a:rPr lang="pl-PL"/>
              <a:t>Pytania poboczne: jaki jest profil subskrybentów, czy dana strona byłaby bardziej odpowiednia dla konkretnej grupy, które cechy są skorelowane ze subskrypcją? Jaki jest średni wiek subskrybentów? (pokazać agregację/grupowanie)</a:t>
            </a:r>
            <a:endParaRPr/>
          </a:p>
          <a:p>
            <a:pPr indent="0" lvl="0" marL="0" rtl="0" algn="l">
              <a:spcBef>
                <a:spcPts val="0"/>
              </a:spcBef>
              <a:spcAft>
                <a:spcPts val="0"/>
              </a:spcAft>
              <a:buNone/>
            </a:pPr>
            <a:r>
              <a:t/>
            </a:r>
            <a:endParaRPr/>
          </a:p>
          <a:p>
            <a:pPr indent="0" lvl="0" marL="0" rtl="0" algn="l">
              <a:spcBef>
                <a:spcPts val="0"/>
              </a:spcBef>
              <a:spcAft>
                <a:spcPts val="0"/>
              </a:spcAft>
              <a:buNone/>
            </a:pPr>
            <a:r>
              <a:rPr lang="pl-PL"/>
              <a:t>Wyjaśnić, dlaczego dodaliśmy kolumne</a:t>
            </a:r>
            <a:endParaRPr/>
          </a:p>
          <a:p>
            <a:pPr indent="0" lvl="0" marL="0" rtl="0" algn="l">
              <a:spcBef>
                <a:spcPts val="0"/>
              </a:spcBef>
              <a:spcAft>
                <a:spcPts val="0"/>
              </a:spcAft>
              <a:buNone/>
            </a:pPr>
            <a:r>
              <a:t/>
            </a:r>
            <a:endParaRPr/>
          </a:p>
        </p:txBody>
      </p:sp>
      <p:sp>
        <p:nvSpPr>
          <p:cNvPr id="402" name="Google Shape;402;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4" name="Shape 414"/>
        <p:cNvGrpSpPr/>
        <p:nvPr/>
      </p:nvGrpSpPr>
      <p:grpSpPr>
        <a:xfrm>
          <a:off x="0" y="0"/>
          <a:ext cx="0" cy="0"/>
          <a:chOff x="0" y="0"/>
          <a:chExt cx="0" cy="0"/>
        </a:xfrm>
      </p:grpSpPr>
      <p:sp>
        <p:nvSpPr>
          <p:cNvPr id="415" name="Google Shape;415;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6" name="Google Shape;416;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pl-PL"/>
              <a:t>Pytanie główne: W jaki sposób zachęcić użytkowników do subskrypcji?</a:t>
            </a:r>
            <a:endParaRPr/>
          </a:p>
          <a:p>
            <a:pPr indent="0" lvl="0" marL="0" rtl="0" algn="l">
              <a:spcBef>
                <a:spcPts val="0"/>
              </a:spcBef>
              <a:spcAft>
                <a:spcPts val="0"/>
              </a:spcAft>
              <a:buNone/>
            </a:pPr>
            <a:r>
              <a:rPr lang="pl-PL"/>
              <a:t>Pytania poboczne: jaki jest profil subskrybentów, czy dana strona byłaby bardziej odpowiednia dla konkretnej grupy, które cechy są skorelowane ze subskrypcją? Jaki jest średni wiek subskrybentów? (pokazać agregację/grupowanie)</a:t>
            </a:r>
            <a:endParaRPr/>
          </a:p>
          <a:p>
            <a:pPr indent="0" lvl="0" marL="0" rtl="0" algn="l">
              <a:spcBef>
                <a:spcPts val="0"/>
              </a:spcBef>
              <a:spcAft>
                <a:spcPts val="0"/>
              </a:spcAft>
              <a:buNone/>
            </a:pPr>
            <a:r>
              <a:t/>
            </a:r>
            <a:endParaRPr/>
          </a:p>
          <a:p>
            <a:pPr indent="0" lvl="0" marL="0" rtl="0" algn="l">
              <a:spcBef>
                <a:spcPts val="0"/>
              </a:spcBef>
              <a:spcAft>
                <a:spcPts val="0"/>
              </a:spcAft>
              <a:buNone/>
            </a:pPr>
            <a:r>
              <a:rPr lang="pl-PL"/>
              <a:t>Wyjaśnić, dlaczego dodaliśmy kolumne</a:t>
            </a:r>
            <a:endParaRPr/>
          </a:p>
          <a:p>
            <a:pPr indent="0" lvl="0" marL="0" rtl="0" algn="l">
              <a:spcBef>
                <a:spcPts val="0"/>
              </a:spcBef>
              <a:spcAft>
                <a:spcPts val="0"/>
              </a:spcAft>
              <a:buNone/>
            </a:pPr>
            <a:r>
              <a:t/>
            </a:r>
            <a:endParaRPr/>
          </a:p>
        </p:txBody>
      </p:sp>
      <p:sp>
        <p:nvSpPr>
          <p:cNvPr id="417" name="Google Shape;417;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3" name="Google Shape;433;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pl-PL"/>
              <a:t>Pytanie główne: W jaki sposób zachęcić użytkowników do subskrypcji?</a:t>
            </a:r>
            <a:endParaRPr/>
          </a:p>
          <a:p>
            <a:pPr indent="0" lvl="0" marL="0" rtl="0" algn="l">
              <a:spcBef>
                <a:spcPts val="0"/>
              </a:spcBef>
              <a:spcAft>
                <a:spcPts val="0"/>
              </a:spcAft>
              <a:buNone/>
            </a:pPr>
            <a:r>
              <a:rPr lang="pl-PL"/>
              <a:t>Pytania poboczne: jaki jest profil subskrybentów, czy dana strona byłaby bardziej odpowiednia dla konkretnej grupy, które cechy są skorelowane ze subskrypcją? Jaki jest średni wiek subskrybentów? (pokazać agregację/grupowanie)</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pl-PL"/>
              <a:t>DLA NICH – NIECH ZAJRZĄ DO NOTATNIKA</a:t>
            </a:r>
            <a:endParaRPr/>
          </a:p>
        </p:txBody>
      </p:sp>
      <p:sp>
        <p:nvSpPr>
          <p:cNvPr id="434" name="Google Shape;434;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1" name="Google Shape;441;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200"/>
              <a:buFont typeface="Arial"/>
              <a:buNone/>
            </a:pPr>
            <a:r>
              <a:rPr lang="pl-PL"/>
              <a:t>Tutaj to co w notatniku mniej więcej, po co to się robi i do czego można wykorzystać</a:t>
            </a:r>
            <a:endParaRPr/>
          </a:p>
          <a:p>
            <a:pPr indent="0" lvl="0" marL="0" rtl="0" algn="l">
              <a:spcBef>
                <a:spcPts val="0"/>
              </a:spcBef>
              <a:spcAft>
                <a:spcPts val="0"/>
              </a:spcAft>
              <a:buClr>
                <a:schemeClr val="dk1"/>
              </a:buClr>
              <a:buSzPts val="1200"/>
              <a:buFont typeface="Arial"/>
              <a:buNone/>
            </a:pPr>
            <a:r>
              <a:t/>
            </a:r>
            <a:endParaRPr/>
          </a:p>
        </p:txBody>
      </p:sp>
      <p:sp>
        <p:nvSpPr>
          <p:cNvPr id="442" name="Google Shape;442;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3" name="Google Shape;463;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pl-PL"/>
              <a:t>Najpierw należy się przyjrzeć jakie w ogóle mamy zmienne – jaki typ, jaki rozkład, co dana zmienna tak naprawdę znaczy</a:t>
            </a:r>
            <a:endParaRPr/>
          </a:p>
          <a:p>
            <a:pPr indent="0" lvl="0" marL="0" rtl="0" algn="l">
              <a:spcBef>
                <a:spcPts val="0"/>
              </a:spcBef>
              <a:spcAft>
                <a:spcPts val="0"/>
              </a:spcAft>
              <a:buNone/>
            </a:pPr>
            <a:r>
              <a:rPr lang="pl-PL"/>
              <a:t>Na danych „zmiennych” budujemy model</a:t>
            </a:r>
            <a:endParaRPr/>
          </a:p>
          <a:p>
            <a:pPr indent="0" lvl="0" marL="0" rtl="0" algn="l">
              <a:spcBef>
                <a:spcPts val="0"/>
              </a:spcBef>
              <a:spcAft>
                <a:spcPts val="0"/>
              </a:spcAft>
              <a:buNone/>
            </a:pPr>
            <a:r>
              <a:rPr lang="pl-PL"/>
              <a:t>Aby wejrzeć w zmienną musimy sprawdzić jej rozkład, nie każdy rozkład nadaje się do każdego modelu</a:t>
            </a:r>
            <a:endParaRPr/>
          </a:p>
        </p:txBody>
      </p:sp>
      <p:sp>
        <p:nvSpPr>
          <p:cNvPr id="464" name="Google Shape;464;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p3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0" name="Google Shape;470;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g38b89f731a7_1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76" name="Google Shape;476;g38b89f731a7_11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7" name="Google Shape;477;g38b89f731a7_1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l-PL"/>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pl-PL"/>
              <a:t>Jak outlier wpływa na model?</a:t>
            </a:r>
            <a:endParaRPr/>
          </a:p>
          <a:p>
            <a:pPr indent="0" lvl="0" marL="0" rtl="0" algn="l">
              <a:spcBef>
                <a:spcPts val="0"/>
              </a:spcBef>
              <a:spcAft>
                <a:spcPts val="0"/>
              </a:spcAft>
              <a:buNone/>
            </a:pPr>
            <a:r>
              <a:rPr lang="pl-PL"/>
              <a:t>Co jest outlierem, mogą wyglądać różnie</a:t>
            </a:r>
            <a:endParaRPr/>
          </a:p>
          <a:p>
            <a:pPr indent="0" lvl="0" marL="0" rtl="0" algn="l">
              <a:spcBef>
                <a:spcPts val="0"/>
              </a:spcBef>
              <a:spcAft>
                <a:spcPts val="0"/>
              </a:spcAft>
              <a:buNone/>
            </a:pPr>
            <a:r>
              <a:rPr lang="pl-PL"/>
              <a:t>Dlaczego coś jest outlierem</a:t>
            </a:r>
            <a:endParaRPr/>
          </a:p>
        </p:txBody>
      </p:sp>
      <p:sp>
        <p:nvSpPr>
          <p:cNvPr id="483" name="Google Shape;483;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8" name="Shape 488"/>
        <p:cNvGrpSpPr/>
        <p:nvPr/>
      </p:nvGrpSpPr>
      <p:grpSpPr>
        <a:xfrm>
          <a:off x="0" y="0"/>
          <a:ext cx="0" cy="0"/>
          <a:chOff x="0" y="0"/>
          <a:chExt cx="0" cy="0"/>
        </a:xfrm>
      </p:grpSpPr>
      <p:sp>
        <p:nvSpPr>
          <p:cNvPr id="489" name="Google Shape;489;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0" name="Google Shape;490;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pl-PL"/>
              <a:t>Nie zawsze scattera zrobimy, musimy mieć wartość x i y</a:t>
            </a:r>
            <a:endParaRPr/>
          </a:p>
          <a:p>
            <a:pPr indent="0" lvl="0" marL="0" rtl="0" algn="l">
              <a:spcBef>
                <a:spcPts val="0"/>
              </a:spcBef>
              <a:spcAft>
                <a:spcPts val="0"/>
              </a:spcAft>
              <a:buNone/>
            </a:pPr>
            <a:r>
              <a:rPr lang="pl-PL"/>
              <a:t>Dla pojedynczej zmiennej najlepiej zrobić boxplot</a:t>
            </a:r>
            <a:endParaRPr/>
          </a:p>
        </p:txBody>
      </p:sp>
      <p:sp>
        <p:nvSpPr>
          <p:cNvPr id="491" name="Google Shape;491;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p4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7" name="Google Shape;497;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 name="Shape 510"/>
        <p:cNvGrpSpPr/>
        <p:nvPr/>
      </p:nvGrpSpPr>
      <p:grpSpPr>
        <a:xfrm>
          <a:off x="0" y="0"/>
          <a:ext cx="0" cy="0"/>
          <a:chOff x="0" y="0"/>
          <a:chExt cx="0" cy="0"/>
        </a:xfrm>
      </p:grpSpPr>
      <p:sp>
        <p:nvSpPr>
          <p:cNvPr id="511" name="Google Shape;511;p4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12" name="Google Shape;512;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5" name="Shape 525"/>
        <p:cNvGrpSpPr/>
        <p:nvPr/>
      </p:nvGrpSpPr>
      <p:grpSpPr>
        <a:xfrm>
          <a:off x="0" y="0"/>
          <a:ext cx="0" cy="0"/>
          <a:chOff x="0" y="0"/>
          <a:chExt cx="0" cy="0"/>
        </a:xfrm>
      </p:grpSpPr>
      <p:sp>
        <p:nvSpPr>
          <p:cNvPr id="526" name="Google Shape;526;p4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7" name="Google Shape;527;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6" name="Shape 536"/>
        <p:cNvGrpSpPr/>
        <p:nvPr/>
      </p:nvGrpSpPr>
      <p:grpSpPr>
        <a:xfrm>
          <a:off x="0" y="0"/>
          <a:ext cx="0" cy="0"/>
          <a:chOff x="0" y="0"/>
          <a:chExt cx="0" cy="0"/>
        </a:xfrm>
      </p:grpSpPr>
      <p:sp>
        <p:nvSpPr>
          <p:cNvPr id="537" name="Google Shape;537;g38b89f731a7_9_2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8" name="Google Shape;538;g38b89f731a7_9_21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39" name="Google Shape;539;g38b89f731a7_9_21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l-PL"/>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p4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45" name="Google Shape;545;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0" name="Google Shape;550;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pl-PL"/>
              <a:t>Wspomnieć ze dane kategorialne można przedstawiać tak o a nie histogramem</a:t>
            </a:r>
            <a:endParaRPr/>
          </a:p>
          <a:p>
            <a:pPr indent="0" lvl="0" marL="0" rtl="0" algn="l">
              <a:spcBef>
                <a:spcPts val="0"/>
              </a:spcBef>
              <a:spcAft>
                <a:spcPts val="0"/>
              </a:spcAft>
              <a:buNone/>
            </a:pPr>
            <a:r>
              <a:rPr lang="pl-PL"/>
              <a:t>Dodac wykres kiedy chcemy pokazac ze smoker i age na jednym wykresie</a:t>
            </a:r>
            <a:endParaRPr/>
          </a:p>
        </p:txBody>
      </p:sp>
      <p:sp>
        <p:nvSpPr>
          <p:cNvPr id="551" name="Google Shape;551;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7" name="Shape 557"/>
        <p:cNvGrpSpPr/>
        <p:nvPr/>
      </p:nvGrpSpPr>
      <p:grpSpPr>
        <a:xfrm>
          <a:off x="0" y="0"/>
          <a:ext cx="0" cy="0"/>
          <a:chOff x="0" y="0"/>
          <a:chExt cx="0" cy="0"/>
        </a:xfrm>
      </p:grpSpPr>
      <p:sp>
        <p:nvSpPr>
          <p:cNvPr id="558" name="Google Shape;558;p4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59" name="Google Shape;559;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p4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6" name="Google Shape;566;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1" name="Shape 571"/>
        <p:cNvGrpSpPr/>
        <p:nvPr/>
      </p:nvGrpSpPr>
      <p:grpSpPr>
        <a:xfrm>
          <a:off x="0" y="0"/>
          <a:ext cx="0" cy="0"/>
          <a:chOff x="0" y="0"/>
          <a:chExt cx="0" cy="0"/>
        </a:xfrm>
      </p:grpSpPr>
      <p:sp>
        <p:nvSpPr>
          <p:cNvPr id="572" name="Google Shape;572;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3" name="Google Shape;573;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4" name="Google Shape;574;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7" name="Shape 577"/>
        <p:cNvGrpSpPr/>
        <p:nvPr/>
      </p:nvGrpSpPr>
      <p:grpSpPr>
        <a:xfrm>
          <a:off x="0" y="0"/>
          <a:ext cx="0" cy="0"/>
          <a:chOff x="0" y="0"/>
          <a:chExt cx="0" cy="0"/>
        </a:xfrm>
      </p:grpSpPr>
      <p:sp>
        <p:nvSpPr>
          <p:cNvPr id="578" name="Google Shape;578;p3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9" name="Google Shape;579;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3" name="Shape 583"/>
        <p:cNvGrpSpPr/>
        <p:nvPr/>
      </p:nvGrpSpPr>
      <p:grpSpPr>
        <a:xfrm>
          <a:off x="0" y="0"/>
          <a:ext cx="0" cy="0"/>
          <a:chOff x="0" y="0"/>
          <a:chExt cx="0" cy="0"/>
        </a:xfrm>
      </p:grpSpPr>
      <p:sp>
        <p:nvSpPr>
          <p:cNvPr id="584" name="Google Shape;584;g38b89f731a7_0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5" name="Google Shape;585;g38b89f731a7_0_3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86" name="Google Shape;586;g38b89f731a7_0_3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l-PL"/>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38b89f731a7_2_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38b89f731a7_2_2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93" name="Google Shape;593;g38b89f731a7_2_2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l-PL"/>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7" name="Shape 597"/>
        <p:cNvGrpSpPr/>
        <p:nvPr/>
      </p:nvGrpSpPr>
      <p:grpSpPr>
        <a:xfrm>
          <a:off x="0" y="0"/>
          <a:ext cx="0" cy="0"/>
          <a:chOff x="0" y="0"/>
          <a:chExt cx="0" cy="0"/>
        </a:xfrm>
      </p:grpSpPr>
      <p:sp>
        <p:nvSpPr>
          <p:cNvPr id="598" name="Google Shape;598;g38b89f731a7_2_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99" name="Google Shape;599;g38b89f731a7_2_36: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00" name="Google Shape;600;g38b89f731a7_2_36: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l-PL"/>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3" name="Shape 603"/>
        <p:cNvGrpSpPr/>
        <p:nvPr/>
      </p:nvGrpSpPr>
      <p:grpSpPr>
        <a:xfrm>
          <a:off x="0" y="0"/>
          <a:ext cx="0" cy="0"/>
          <a:chOff x="0" y="0"/>
          <a:chExt cx="0" cy="0"/>
        </a:xfrm>
      </p:grpSpPr>
      <p:sp>
        <p:nvSpPr>
          <p:cNvPr id="604" name="Google Shape;604;g38b89f731a7_2_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05" name="Google Shape;605;g38b89f731a7_2_29: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06" name="Google Shape;606;g38b89f731a7_2_29: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l-PL"/>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0" name="Shape 610"/>
        <p:cNvGrpSpPr/>
        <p:nvPr/>
      </p:nvGrpSpPr>
      <p:grpSpPr>
        <a:xfrm>
          <a:off x="0" y="0"/>
          <a:ext cx="0" cy="0"/>
          <a:chOff x="0" y="0"/>
          <a:chExt cx="0" cy="0"/>
        </a:xfrm>
      </p:grpSpPr>
      <p:sp>
        <p:nvSpPr>
          <p:cNvPr id="611" name="Google Shape;611;g38b89f731a7_2_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12" name="Google Shape;612;g38b89f731a7_2_4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13" name="Google Shape;613;g38b89f731a7_2_4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8" name="Shape 618"/>
        <p:cNvGrpSpPr/>
        <p:nvPr/>
      </p:nvGrpSpPr>
      <p:grpSpPr>
        <a:xfrm>
          <a:off x="0" y="0"/>
          <a:ext cx="0" cy="0"/>
          <a:chOff x="0" y="0"/>
          <a:chExt cx="0" cy="0"/>
        </a:xfrm>
      </p:grpSpPr>
      <p:sp>
        <p:nvSpPr>
          <p:cNvPr id="619" name="Google Shape;619;g38b89f731a7_2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0" name="Google Shape;620;g38b89f731a7_2_5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21" name="Google Shape;621;g38b89f731a7_2_5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l-PL"/>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4" name="Shape 624"/>
        <p:cNvGrpSpPr/>
        <p:nvPr/>
      </p:nvGrpSpPr>
      <p:grpSpPr>
        <a:xfrm>
          <a:off x="0" y="0"/>
          <a:ext cx="0" cy="0"/>
          <a:chOff x="0" y="0"/>
          <a:chExt cx="0" cy="0"/>
        </a:xfrm>
      </p:grpSpPr>
      <p:sp>
        <p:nvSpPr>
          <p:cNvPr id="625" name="Google Shape;625;g38b89f731a7_2_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6" name="Google Shape;626;g38b89f731a7_2_59: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27" name="Google Shape;627;g38b89f731a7_2_59: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l-PL"/>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38b89f731a7_2_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38b89f731a7_2_6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35" name="Google Shape;635;g38b89f731a7_2_6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l-PL"/>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9" name="Shape 639"/>
        <p:cNvGrpSpPr/>
        <p:nvPr/>
      </p:nvGrpSpPr>
      <p:grpSpPr>
        <a:xfrm>
          <a:off x="0" y="0"/>
          <a:ext cx="0" cy="0"/>
          <a:chOff x="0" y="0"/>
          <a:chExt cx="0" cy="0"/>
        </a:xfrm>
      </p:grpSpPr>
      <p:sp>
        <p:nvSpPr>
          <p:cNvPr id="640" name="Google Shape;640;g38b89f731a7_0_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41" name="Google Shape;641;g38b89f731a7_0_5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42" name="Google Shape;642;g38b89f731a7_0_5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l-PL"/>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g38b89f731a7_0_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47" name="Google Shape;647;g38b89f731a7_0_76: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48" name="Google Shape;648;g38b89f731a7_0_76: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2" name="Shape 652"/>
        <p:cNvGrpSpPr/>
        <p:nvPr/>
      </p:nvGrpSpPr>
      <p:grpSpPr>
        <a:xfrm>
          <a:off x="0" y="0"/>
          <a:ext cx="0" cy="0"/>
          <a:chOff x="0" y="0"/>
          <a:chExt cx="0" cy="0"/>
        </a:xfrm>
      </p:grpSpPr>
      <p:sp>
        <p:nvSpPr>
          <p:cNvPr id="653" name="Google Shape;653;g38b89f731a7_0_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54" name="Google Shape;654;g38b89f731a7_0_4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55" name="Google Shape;655;g38b89f731a7_0_4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l-PL"/>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9" name="Shape 659"/>
        <p:cNvGrpSpPr/>
        <p:nvPr/>
      </p:nvGrpSpPr>
      <p:grpSpPr>
        <a:xfrm>
          <a:off x="0" y="0"/>
          <a:ext cx="0" cy="0"/>
          <a:chOff x="0" y="0"/>
          <a:chExt cx="0" cy="0"/>
        </a:xfrm>
      </p:grpSpPr>
      <p:sp>
        <p:nvSpPr>
          <p:cNvPr id="660" name="Google Shape;660;g38b89f731a7_0_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61" name="Google Shape;661;g38b89f731a7_0_9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62" name="Google Shape;662;g38b89f731a7_0_9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l-PL"/>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8b89f731a7_0_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68" name="Google Shape;668;g38b89f731a7_0_8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69" name="Google Shape;669;g38b89f731a7_0_8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l-PL"/>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3" name="Shape 673"/>
        <p:cNvGrpSpPr/>
        <p:nvPr/>
      </p:nvGrpSpPr>
      <p:grpSpPr>
        <a:xfrm>
          <a:off x="0" y="0"/>
          <a:ext cx="0" cy="0"/>
          <a:chOff x="0" y="0"/>
          <a:chExt cx="0" cy="0"/>
        </a:xfrm>
      </p:grpSpPr>
      <p:sp>
        <p:nvSpPr>
          <p:cNvPr id="674" name="Google Shape;674;g38b89f731a7_0_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75" name="Google Shape;675;g38b89f731a7_0_69: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76" name="Google Shape;676;g38b89f731a7_0_69: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l-PL"/>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9" name="Shape 679"/>
        <p:cNvGrpSpPr/>
        <p:nvPr/>
      </p:nvGrpSpPr>
      <p:grpSpPr>
        <a:xfrm>
          <a:off x="0" y="0"/>
          <a:ext cx="0" cy="0"/>
          <a:chOff x="0" y="0"/>
          <a:chExt cx="0" cy="0"/>
        </a:xfrm>
      </p:grpSpPr>
      <p:sp>
        <p:nvSpPr>
          <p:cNvPr id="680" name="Google Shape;680;g3f61d2940f9_1_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81" name="Google Shape;681;g3f61d2940f9_1_6: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82" name="Google Shape;682;g3f61d2940f9_1_6: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l-PL"/>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5" name="Shape 685"/>
        <p:cNvGrpSpPr/>
        <p:nvPr/>
      </p:nvGrpSpPr>
      <p:grpSpPr>
        <a:xfrm>
          <a:off x="0" y="0"/>
          <a:ext cx="0" cy="0"/>
          <a:chOff x="0" y="0"/>
          <a:chExt cx="0" cy="0"/>
        </a:xfrm>
      </p:grpSpPr>
      <p:sp>
        <p:nvSpPr>
          <p:cNvPr id="686" name="Google Shape;686;g38b89f731a7_1_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87" name="Google Shape;687;g38b89f731a7_1_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88" name="Google Shape;688;g38b89f731a7_1_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l-PL"/>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3f61d2940f9_1_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3f61d2940f9_1_1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95" name="Google Shape;695;g3f61d2940f9_1_1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l-PL"/>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38b89f731a7_1_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38b89f731a7_1_16: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02" name="Google Shape;702;g38b89f731a7_1_16: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l-PL"/>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6" name="Shape 706"/>
        <p:cNvGrpSpPr/>
        <p:nvPr/>
      </p:nvGrpSpPr>
      <p:grpSpPr>
        <a:xfrm>
          <a:off x="0" y="0"/>
          <a:ext cx="0" cy="0"/>
          <a:chOff x="0" y="0"/>
          <a:chExt cx="0" cy="0"/>
        </a:xfrm>
      </p:grpSpPr>
      <p:sp>
        <p:nvSpPr>
          <p:cNvPr id="707" name="Google Shape;707;g38b89f731a7_1_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708" name="Google Shape;708;g38b89f731a7_1_9: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09" name="Google Shape;709;g38b89f731a7_1_9: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l-PL"/>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2" name="Shape 712"/>
        <p:cNvGrpSpPr/>
        <p:nvPr/>
      </p:nvGrpSpPr>
      <p:grpSpPr>
        <a:xfrm>
          <a:off x="0" y="0"/>
          <a:ext cx="0" cy="0"/>
          <a:chOff x="0" y="0"/>
          <a:chExt cx="0" cy="0"/>
        </a:xfrm>
      </p:grpSpPr>
      <p:sp>
        <p:nvSpPr>
          <p:cNvPr id="713" name="Google Shape;713;g38b89f731a7_2_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714" name="Google Shape;714;g38b89f731a7_2_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15" name="Google Shape;715;g38b89f731a7_2_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l-PL"/>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g38b89f731a7_0_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720" name="Google Shape;720;g38b89f731a7_0_5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21" name="Google Shape;721;g38b89f731a7_0_5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l-PL"/>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38b89f731a7_2_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726" name="Google Shape;726;g38b89f731a7_2_1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27" name="Google Shape;727;g38b89f731a7_2_1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l-PL"/>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0" name="Shape 730"/>
        <p:cNvGrpSpPr/>
        <p:nvPr/>
      </p:nvGrpSpPr>
      <p:grpSpPr>
        <a:xfrm>
          <a:off x="0" y="0"/>
          <a:ext cx="0" cy="0"/>
          <a:chOff x="0" y="0"/>
          <a:chExt cx="0" cy="0"/>
        </a:xfrm>
      </p:grpSpPr>
      <p:sp>
        <p:nvSpPr>
          <p:cNvPr id="731" name="Google Shape;731;p4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32" name="Google Shape;732;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50"/>
          <p:cNvSpPr txBox="1"/>
          <p:nvPr>
            <p:ph type="ctrTitle"/>
          </p:nvPr>
        </p:nvSpPr>
        <p:spPr>
          <a:xfrm>
            <a:off x="415611" y="992767"/>
            <a:ext cx="11360800" cy="27368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6933"/>
            </a:lvl1pPr>
            <a:lvl2pPr lvl="1" algn="ctr">
              <a:lnSpc>
                <a:spcPct val="100000"/>
              </a:lnSpc>
              <a:spcBef>
                <a:spcPts val="0"/>
              </a:spcBef>
              <a:spcAft>
                <a:spcPts val="0"/>
              </a:spcAft>
              <a:buSzPts val="5200"/>
              <a:buNone/>
              <a:defRPr sz="6933"/>
            </a:lvl2pPr>
            <a:lvl3pPr lvl="2" algn="ctr">
              <a:lnSpc>
                <a:spcPct val="100000"/>
              </a:lnSpc>
              <a:spcBef>
                <a:spcPts val="0"/>
              </a:spcBef>
              <a:spcAft>
                <a:spcPts val="0"/>
              </a:spcAft>
              <a:buSzPts val="5200"/>
              <a:buNone/>
              <a:defRPr sz="6933"/>
            </a:lvl3pPr>
            <a:lvl4pPr lvl="3" algn="ctr">
              <a:lnSpc>
                <a:spcPct val="100000"/>
              </a:lnSpc>
              <a:spcBef>
                <a:spcPts val="0"/>
              </a:spcBef>
              <a:spcAft>
                <a:spcPts val="0"/>
              </a:spcAft>
              <a:buSzPts val="5200"/>
              <a:buNone/>
              <a:defRPr sz="6933"/>
            </a:lvl4pPr>
            <a:lvl5pPr lvl="4" algn="ctr">
              <a:lnSpc>
                <a:spcPct val="100000"/>
              </a:lnSpc>
              <a:spcBef>
                <a:spcPts val="0"/>
              </a:spcBef>
              <a:spcAft>
                <a:spcPts val="0"/>
              </a:spcAft>
              <a:buSzPts val="5200"/>
              <a:buNone/>
              <a:defRPr sz="6933"/>
            </a:lvl5pPr>
            <a:lvl6pPr lvl="5" algn="ctr">
              <a:lnSpc>
                <a:spcPct val="100000"/>
              </a:lnSpc>
              <a:spcBef>
                <a:spcPts val="0"/>
              </a:spcBef>
              <a:spcAft>
                <a:spcPts val="0"/>
              </a:spcAft>
              <a:buSzPts val="5200"/>
              <a:buNone/>
              <a:defRPr sz="6933"/>
            </a:lvl6pPr>
            <a:lvl7pPr lvl="6" algn="ctr">
              <a:lnSpc>
                <a:spcPct val="100000"/>
              </a:lnSpc>
              <a:spcBef>
                <a:spcPts val="0"/>
              </a:spcBef>
              <a:spcAft>
                <a:spcPts val="0"/>
              </a:spcAft>
              <a:buSzPts val="5200"/>
              <a:buNone/>
              <a:defRPr sz="6933"/>
            </a:lvl7pPr>
            <a:lvl8pPr lvl="7" algn="ctr">
              <a:lnSpc>
                <a:spcPct val="100000"/>
              </a:lnSpc>
              <a:spcBef>
                <a:spcPts val="0"/>
              </a:spcBef>
              <a:spcAft>
                <a:spcPts val="0"/>
              </a:spcAft>
              <a:buSzPts val="5200"/>
              <a:buNone/>
              <a:defRPr sz="6933"/>
            </a:lvl8pPr>
            <a:lvl9pPr lvl="8" algn="ctr">
              <a:lnSpc>
                <a:spcPct val="100000"/>
              </a:lnSpc>
              <a:spcBef>
                <a:spcPts val="0"/>
              </a:spcBef>
              <a:spcAft>
                <a:spcPts val="0"/>
              </a:spcAft>
              <a:buSzPts val="5200"/>
              <a:buNone/>
              <a:defRPr sz="6933"/>
            </a:lvl9pPr>
          </a:lstStyle>
          <a:p/>
        </p:txBody>
      </p:sp>
      <p:sp>
        <p:nvSpPr>
          <p:cNvPr id="15" name="Google Shape;15;p50"/>
          <p:cNvSpPr txBox="1"/>
          <p:nvPr>
            <p:ph idx="1" type="subTitle"/>
          </p:nvPr>
        </p:nvSpPr>
        <p:spPr>
          <a:xfrm>
            <a:off x="415600" y="3778833"/>
            <a:ext cx="11360800" cy="10568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3733"/>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p:txBody>
      </p:sp>
      <p:sp>
        <p:nvSpPr>
          <p:cNvPr id="16" name="Google Shape;16;p50"/>
          <p:cNvSpPr txBox="1"/>
          <p:nvPr>
            <p:ph idx="12" type="sldNum"/>
          </p:nvPr>
        </p:nvSpPr>
        <p:spPr>
          <a:xfrm>
            <a:off x="11296611" y="6217623"/>
            <a:ext cx="731600" cy="524800"/>
          </a:xfrm>
          <a:prstGeom prst="rect">
            <a:avLst/>
          </a:prstGeom>
          <a:noFill/>
          <a:ln>
            <a:noFill/>
          </a:ln>
        </p:spPr>
        <p:txBody>
          <a:bodyPr anchorCtr="0" anchor="ctr" bIns="91425" lIns="91425" spcFirstLastPara="1" rIns="91425" wrap="square" tIns="91425">
            <a:normAutofit/>
          </a:bodyPr>
          <a:lstStyle>
            <a:lvl1pPr indent="0" lvl="0" marL="0" algn="r">
              <a:buClr>
                <a:schemeClr val="dk2"/>
              </a:buClr>
              <a:buSzPts val="1333"/>
              <a:buFont typeface="Arial"/>
              <a:buNone/>
              <a:defRPr b="0" i="0" sz="1333" u="none" cap="none" strike="noStrike">
                <a:solidFill>
                  <a:schemeClr val="dk2"/>
                </a:solidFill>
                <a:latin typeface="Arial"/>
                <a:ea typeface="Arial"/>
                <a:cs typeface="Arial"/>
                <a:sym typeface="Arial"/>
              </a:defRPr>
            </a:lvl1pPr>
            <a:lvl2pPr indent="0" lvl="1" marL="0" algn="r">
              <a:buClr>
                <a:schemeClr val="dk2"/>
              </a:buClr>
              <a:buSzPts val="1333"/>
              <a:buFont typeface="Arial"/>
              <a:buNone/>
              <a:defRPr b="0" i="0" sz="1333" u="none" cap="none" strike="noStrike">
                <a:solidFill>
                  <a:schemeClr val="dk2"/>
                </a:solidFill>
                <a:latin typeface="Arial"/>
                <a:ea typeface="Arial"/>
                <a:cs typeface="Arial"/>
                <a:sym typeface="Arial"/>
              </a:defRPr>
            </a:lvl2pPr>
            <a:lvl3pPr indent="0" lvl="2" marL="0" algn="r">
              <a:buClr>
                <a:schemeClr val="dk2"/>
              </a:buClr>
              <a:buSzPts val="1333"/>
              <a:buFont typeface="Arial"/>
              <a:buNone/>
              <a:defRPr b="0" i="0" sz="1333" u="none" cap="none" strike="noStrike">
                <a:solidFill>
                  <a:schemeClr val="dk2"/>
                </a:solidFill>
                <a:latin typeface="Arial"/>
                <a:ea typeface="Arial"/>
                <a:cs typeface="Arial"/>
                <a:sym typeface="Arial"/>
              </a:defRPr>
            </a:lvl3pPr>
            <a:lvl4pPr indent="0" lvl="3" marL="0" algn="r">
              <a:buClr>
                <a:schemeClr val="dk2"/>
              </a:buClr>
              <a:buSzPts val="1333"/>
              <a:buFont typeface="Arial"/>
              <a:buNone/>
              <a:defRPr b="0" i="0" sz="1333" u="none" cap="none" strike="noStrike">
                <a:solidFill>
                  <a:schemeClr val="dk2"/>
                </a:solidFill>
                <a:latin typeface="Arial"/>
                <a:ea typeface="Arial"/>
                <a:cs typeface="Arial"/>
                <a:sym typeface="Arial"/>
              </a:defRPr>
            </a:lvl4pPr>
            <a:lvl5pPr indent="0" lvl="4" marL="0" algn="r">
              <a:buClr>
                <a:schemeClr val="dk2"/>
              </a:buClr>
              <a:buSzPts val="1333"/>
              <a:buFont typeface="Arial"/>
              <a:buNone/>
              <a:defRPr b="0" i="0" sz="1333" u="none" cap="none" strike="noStrike">
                <a:solidFill>
                  <a:schemeClr val="dk2"/>
                </a:solidFill>
                <a:latin typeface="Arial"/>
                <a:ea typeface="Arial"/>
                <a:cs typeface="Arial"/>
                <a:sym typeface="Arial"/>
              </a:defRPr>
            </a:lvl5pPr>
            <a:lvl6pPr indent="0" lvl="5" marL="0" algn="r">
              <a:buClr>
                <a:schemeClr val="dk2"/>
              </a:buClr>
              <a:buSzPts val="1333"/>
              <a:buFont typeface="Arial"/>
              <a:buNone/>
              <a:defRPr b="0" i="0" sz="1333" u="none" cap="none" strike="noStrike">
                <a:solidFill>
                  <a:schemeClr val="dk2"/>
                </a:solidFill>
                <a:latin typeface="Arial"/>
                <a:ea typeface="Arial"/>
                <a:cs typeface="Arial"/>
                <a:sym typeface="Arial"/>
              </a:defRPr>
            </a:lvl6pPr>
            <a:lvl7pPr indent="0" lvl="6" marL="0" algn="r">
              <a:buClr>
                <a:schemeClr val="dk2"/>
              </a:buClr>
              <a:buSzPts val="1333"/>
              <a:buFont typeface="Arial"/>
              <a:buNone/>
              <a:defRPr b="0" i="0" sz="1333" u="none" cap="none" strike="noStrike">
                <a:solidFill>
                  <a:schemeClr val="dk2"/>
                </a:solidFill>
                <a:latin typeface="Arial"/>
                <a:ea typeface="Arial"/>
                <a:cs typeface="Arial"/>
                <a:sym typeface="Arial"/>
              </a:defRPr>
            </a:lvl7pPr>
            <a:lvl8pPr indent="0" lvl="7" marL="0" algn="r">
              <a:buClr>
                <a:schemeClr val="dk2"/>
              </a:buClr>
              <a:buSzPts val="1333"/>
              <a:buFont typeface="Arial"/>
              <a:buNone/>
              <a:defRPr b="0" i="0" sz="1333" u="none" cap="none" strike="noStrike">
                <a:solidFill>
                  <a:schemeClr val="dk2"/>
                </a:solidFill>
                <a:latin typeface="Arial"/>
                <a:ea typeface="Arial"/>
                <a:cs typeface="Arial"/>
                <a:sym typeface="Arial"/>
              </a:defRPr>
            </a:lvl8pPr>
            <a:lvl9pPr indent="0" lvl="8" marL="0" algn="r">
              <a:buClr>
                <a:schemeClr val="dk2"/>
              </a:buClr>
              <a:buSzPts val="1333"/>
              <a:buFont typeface="Arial"/>
              <a:buNone/>
              <a:defRPr b="0"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63"/>
          <p:cNvSpPr txBox="1"/>
          <p:nvPr>
            <p:ph type="title"/>
          </p:nvPr>
        </p:nvSpPr>
        <p:spPr>
          <a:xfrm>
            <a:off x="415600" y="2867800"/>
            <a:ext cx="11360800" cy="11224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4800"/>
            </a:lvl1pPr>
            <a:lvl2pPr lvl="1" algn="ctr">
              <a:lnSpc>
                <a:spcPct val="100000"/>
              </a:lnSpc>
              <a:spcBef>
                <a:spcPts val="0"/>
              </a:spcBef>
              <a:spcAft>
                <a:spcPts val="0"/>
              </a:spcAft>
              <a:buSzPts val="3600"/>
              <a:buNone/>
              <a:defRPr sz="4800"/>
            </a:lvl2pPr>
            <a:lvl3pPr lvl="2" algn="ctr">
              <a:lnSpc>
                <a:spcPct val="100000"/>
              </a:lnSpc>
              <a:spcBef>
                <a:spcPts val="0"/>
              </a:spcBef>
              <a:spcAft>
                <a:spcPts val="0"/>
              </a:spcAft>
              <a:buSzPts val="3600"/>
              <a:buNone/>
              <a:defRPr sz="4800"/>
            </a:lvl3pPr>
            <a:lvl4pPr lvl="3" algn="ctr">
              <a:lnSpc>
                <a:spcPct val="100000"/>
              </a:lnSpc>
              <a:spcBef>
                <a:spcPts val="0"/>
              </a:spcBef>
              <a:spcAft>
                <a:spcPts val="0"/>
              </a:spcAft>
              <a:buSzPts val="3600"/>
              <a:buNone/>
              <a:defRPr sz="4800"/>
            </a:lvl4pPr>
            <a:lvl5pPr lvl="4" algn="ctr">
              <a:lnSpc>
                <a:spcPct val="100000"/>
              </a:lnSpc>
              <a:spcBef>
                <a:spcPts val="0"/>
              </a:spcBef>
              <a:spcAft>
                <a:spcPts val="0"/>
              </a:spcAft>
              <a:buSzPts val="3600"/>
              <a:buNone/>
              <a:defRPr sz="4800"/>
            </a:lvl5pPr>
            <a:lvl6pPr lvl="5" algn="ctr">
              <a:lnSpc>
                <a:spcPct val="100000"/>
              </a:lnSpc>
              <a:spcBef>
                <a:spcPts val="0"/>
              </a:spcBef>
              <a:spcAft>
                <a:spcPts val="0"/>
              </a:spcAft>
              <a:buSzPts val="3600"/>
              <a:buNone/>
              <a:defRPr sz="4800"/>
            </a:lvl6pPr>
            <a:lvl7pPr lvl="6" algn="ctr">
              <a:lnSpc>
                <a:spcPct val="100000"/>
              </a:lnSpc>
              <a:spcBef>
                <a:spcPts val="0"/>
              </a:spcBef>
              <a:spcAft>
                <a:spcPts val="0"/>
              </a:spcAft>
              <a:buSzPts val="3600"/>
              <a:buNone/>
              <a:defRPr sz="4800"/>
            </a:lvl7pPr>
            <a:lvl8pPr lvl="7" algn="ctr">
              <a:lnSpc>
                <a:spcPct val="100000"/>
              </a:lnSpc>
              <a:spcBef>
                <a:spcPts val="0"/>
              </a:spcBef>
              <a:spcAft>
                <a:spcPts val="0"/>
              </a:spcAft>
              <a:buSzPts val="3600"/>
              <a:buNone/>
              <a:defRPr sz="4800"/>
            </a:lvl8pPr>
            <a:lvl9pPr lvl="8" algn="ctr">
              <a:lnSpc>
                <a:spcPct val="100000"/>
              </a:lnSpc>
              <a:spcBef>
                <a:spcPts val="0"/>
              </a:spcBef>
              <a:spcAft>
                <a:spcPts val="0"/>
              </a:spcAft>
              <a:buSzPts val="3600"/>
              <a:buNone/>
              <a:defRPr sz="4800"/>
            </a:lvl9pPr>
          </a:lstStyle>
          <a:p/>
        </p:txBody>
      </p:sp>
      <p:sp>
        <p:nvSpPr>
          <p:cNvPr id="19" name="Google Shape;19;p63"/>
          <p:cNvSpPr txBox="1"/>
          <p:nvPr>
            <p:ph idx="12" type="sldNum"/>
          </p:nvPr>
        </p:nvSpPr>
        <p:spPr>
          <a:xfrm>
            <a:off x="11296611" y="6217623"/>
            <a:ext cx="731600" cy="524800"/>
          </a:xfrm>
          <a:prstGeom prst="rect">
            <a:avLst/>
          </a:prstGeom>
          <a:noFill/>
          <a:ln>
            <a:noFill/>
          </a:ln>
        </p:spPr>
        <p:txBody>
          <a:bodyPr anchorCtr="0" anchor="ctr" bIns="91425" lIns="91425" spcFirstLastPara="1" rIns="91425" wrap="square" tIns="91425">
            <a:normAutofit/>
          </a:bodyPr>
          <a:lstStyle>
            <a:lvl1pPr indent="0" lvl="0" marL="0" algn="r">
              <a:buClr>
                <a:schemeClr val="dk2"/>
              </a:buClr>
              <a:buSzPts val="1333"/>
              <a:buFont typeface="Arial"/>
              <a:buNone/>
              <a:defRPr sz="1333">
                <a:solidFill>
                  <a:schemeClr val="dk2"/>
                </a:solidFill>
                <a:latin typeface="Arial"/>
                <a:ea typeface="Arial"/>
                <a:cs typeface="Arial"/>
                <a:sym typeface="Arial"/>
              </a:defRPr>
            </a:lvl1pPr>
            <a:lvl2pPr indent="0" lvl="1" marL="0" algn="r">
              <a:buClr>
                <a:schemeClr val="dk2"/>
              </a:buClr>
              <a:buSzPts val="1333"/>
              <a:buFont typeface="Arial"/>
              <a:buNone/>
              <a:defRPr sz="1333">
                <a:solidFill>
                  <a:schemeClr val="dk2"/>
                </a:solidFill>
                <a:latin typeface="Arial"/>
                <a:ea typeface="Arial"/>
                <a:cs typeface="Arial"/>
                <a:sym typeface="Arial"/>
              </a:defRPr>
            </a:lvl2pPr>
            <a:lvl3pPr indent="0" lvl="2" marL="0" algn="r">
              <a:buClr>
                <a:schemeClr val="dk2"/>
              </a:buClr>
              <a:buSzPts val="1333"/>
              <a:buFont typeface="Arial"/>
              <a:buNone/>
              <a:defRPr sz="1333">
                <a:solidFill>
                  <a:schemeClr val="dk2"/>
                </a:solidFill>
                <a:latin typeface="Arial"/>
                <a:ea typeface="Arial"/>
                <a:cs typeface="Arial"/>
                <a:sym typeface="Arial"/>
              </a:defRPr>
            </a:lvl3pPr>
            <a:lvl4pPr indent="0" lvl="3" marL="0" algn="r">
              <a:buClr>
                <a:schemeClr val="dk2"/>
              </a:buClr>
              <a:buSzPts val="1333"/>
              <a:buFont typeface="Arial"/>
              <a:buNone/>
              <a:defRPr sz="1333">
                <a:solidFill>
                  <a:schemeClr val="dk2"/>
                </a:solidFill>
                <a:latin typeface="Arial"/>
                <a:ea typeface="Arial"/>
                <a:cs typeface="Arial"/>
                <a:sym typeface="Arial"/>
              </a:defRPr>
            </a:lvl4pPr>
            <a:lvl5pPr indent="0" lvl="4" marL="0" algn="r">
              <a:buClr>
                <a:schemeClr val="dk2"/>
              </a:buClr>
              <a:buSzPts val="1333"/>
              <a:buFont typeface="Arial"/>
              <a:buNone/>
              <a:defRPr sz="1333">
                <a:solidFill>
                  <a:schemeClr val="dk2"/>
                </a:solidFill>
                <a:latin typeface="Arial"/>
                <a:ea typeface="Arial"/>
                <a:cs typeface="Arial"/>
                <a:sym typeface="Arial"/>
              </a:defRPr>
            </a:lvl5pPr>
            <a:lvl6pPr indent="0" lvl="5" marL="0" algn="r">
              <a:buClr>
                <a:schemeClr val="dk2"/>
              </a:buClr>
              <a:buSzPts val="1333"/>
              <a:buFont typeface="Arial"/>
              <a:buNone/>
              <a:defRPr sz="1333">
                <a:solidFill>
                  <a:schemeClr val="dk2"/>
                </a:solidFill>
                <a:latin typeface="Arial"/>
                <a:ea typeface="Arial"/>
                <a:cs typeface="Arial"/>
                <a:sym typeface="Arial"/>
              </a:defRPr>
            </a:lvl6pPr>
            <a:lvl7pPr indent="0" lvl="6" marL="0" algn="r">
              <a:buClr>
                <a:schemeClr val="dk2"/>
              </a:buClr>
              <a:buSzPts val="1333"/>
              <a:buFont typeface="Arial"/>
              <a:buNone/>
              <a:defRPr sz="1333">
                <a:solidFill>
                  <a:schemeClr val="dk2"/>
                </a:solidFill>
                <a:latin typeface="Arial"/>
                <a:ea typeface="Arial"/>
                <a:cs typeface="Arial"/>
                <a:sym typeface="Arial"/>
              </a:defRPr>
            </a:lvl7pPr>
            <a:lvl8pPr indent="0" lvl="7" marL="0" algn="r">
              <a:buClr>
                <a:schemeClr val="dk2"/>
              </a:buClr>
              <a:buSzPts val="1333"/>
              <a:buFont typeface="Arial"/>
              <a:buNone/>
              <a:defRPr sz="1333">
                <a:solidFill>
                  <a:schemeClr val="dk2"/>
                </a:solidFill>
                <a:latin typeface="Arial"/>
                <a:ea typeface="Arial"/>
                <a:cs typeface="Arial"/>
                <a:sym typeface="Arial"/>
              </a:defRPr>
            </a:lvl8pPr>
            <a:lvl9pPr indent="0" lvl="8" marL="0" algn="r">
              <a:buClr>
                <a:schemeClr val="dk2"/>
              </a:buClr>
              <a:buSzPts val="1333"/>
              <a:buFont typeface="Arial"/>
              <a:buNone/>
              <a:defRPr sz="1333">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0" name="Shape 20"/>
        <p:cNvGrpSpPr/>
        <p:nvPr/>
      </p:nvGrpSpPr>
      <p:grpSpPr>
        <a:xfrm>
          <a:off x="0" y="0"/>
          <a:ext cx="0" cy="0"/>
          <a:chOff x="0" y="0"/>
          <a:chExt cx="0" cy="0"/>
        </a:xfrm>
      </p:grpSpPr>
      <p:sp>
        <p:nvSpPr>
          <p:cNvPr id="21" name="Google Shape;21;p64"/>
          <p:cNvSpPr txBox="1"/>
          <p:nvPr>
            <p:ph type="title"/>
          </p:nvPr>
        </p:nvSpPr>
        <p:spPr>
          <a:xfrm>
            <a:off x="415600" y="593367"/>
            <a:ext cx="11360800" cy="7636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64"/>
          <p:cNvSpPr txBox="1"/>
          <p:nvPr>
            <p:ph idx="1" type="body"/>
          </p:nvPr>
        </p:nvSpPr>
        <p:spPr>
          <a:xfrm>
            <a:off x="415600" y="1536633"/>
            <a:ext cx="11360800" cy="45552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23" name="Google Shape;23;p64"/>
          <p:cNvSpPr txBox="1"/>
          <p:nvPr>
            <p:ph idx="12" type="sldNum"/>
          </p:nvPr>
        </p:nvSpPr>
        <p:spPr>
          <a:xfrm>
            <a:off x="11296611" y="6217623"/>
            <a:ext cx="731600" cy="524800"/>
          </a:xfrm>
          <a:prstGeom prst="rect">
            <a:avLst/>
          </a:prstGeom>
          <a:noFill/>
          <a:ln>
            <a:noFill/>
          </a:ln>
        </p:spPr>
        <p:txBody>
          <a:bodyPr anchorCtr="0" anchor="ctr" bIns="91425" lIns="91425" spcFirstLastPara="1" rIns="91425" wrap="square" tIns="91425">
            <a:normAutofit/>
          </a:bodyPr>
          <a:lstStyle>
            <a:lvl1pPr indent="0" lvl="0" marL="0" algn="r">
              <a:buClr>
                <a:schemeClr val="dk2"/>
              </a:buClr>
              <a:buSzPts val="1333"/>
              <a:buFont typeface="Arial"/>
              <a:buNone/>
              <a:defRPr sz="1333">
                <a:solidFill>
                  <a:schemeClr val="dk2"/>
                </a:solidFill>
                <a:latin typeface="Arial"/>
                <a:ea typeface="Arial"/>
                <a:cs typeface="Arial"/>
                <a:sym typeface="Arial"/>
              </a:defRPr>
            </a:lvl1pPr>
            <a:lvl2pPr indent="0" lvl="1" marL="0" algn="r">
              <a:buClr>
                <a:schemeClr val="dk2"/>
              </a:buClr>
              <a:buSzPts val="1333"/>
              <a:buFont typeface="Arial"/>
              <a:buNone/>
              <a:defRPr sz="1333">
                <a:solidFill>
                  <a:schemeClr val="dk2"/>
                </a:solidFill>
                <a:latin typeface="Arial"/>
                <a:ea typeface="Arial"/>
                <a:cs typeface="Arial"/>
                <a:sym typeface="Arial"/>
              </a:defRPr>
            </a:lvl2pPr>
            <a:lvl3pPr indent="0" lvl="2" marL="0" algn="r">
              <a:buClr>
                <a:schemeClr val="dk2"/>
              </a:buClr>
              <a:buSzPts val="1333"/>
              <a:buFont typeface="Arial"/>
              <a:buNone/>
              <a:defRPr sz="1333">
                <a:solidFill>
                  <a:schemeClr val="dk2"/>
                </a:solidFill>
                <a:latin typeface="Arial"/>
                <a:ea typeface="Arial"/>
                <a:cs typeface="Arial"/>
                <a:sym typeface="Arial"/>
              </a:defRPr>
            </a:lvl3pPr>
            <a:lvl4pPr indent="0" lvl="3" marL="0" algn="r">
              <a:buClr>
                <a:schemeClr val="dk2"/>
              </a:buClr>
              <a:buSzPts val="1333"/>
              <a:buFont typeface="Arial"/>
              <a:buNone/>
              <a:defRPr sz="1333">
                <a:solidFill>
                  <a:schemeClr val="dk2"/>
                </a:solidFill>
                <a:latin typeface="Arial"/>
                <a:ea typeface="Arial"/>
                <a:cs typeface="Arial"/>
                <a:sym typeface="Arial"/>
              </a:defRPr>
            </a:lvl4pPr>
            <a:lvl5pPr indent="0" lvl="4" marL="0" algn="r">
              <a:buClr>
                <a:schemeClr val="dk2"/>
              </a:buClr>
              <a:buSzPts val="1333"/>
              <a:buFont typeface="Arial"/>
              <a:buNone/>
              <a:defRPr sz="1333">
                <a:solidFill>
                  <a:schemeClr val="dk2"/>
                </a:solidFill>
                <a:latin typeface="Arial"/>
                <a:ea typeface="Arial"/>
                <a:cs typeface="Arial"/>
                <a:sym typeface="Arial"/>
              </a:defRPr>
            </a:lvl5pPr>
            <a:lvl6pPr indent="0" lvl="5" marL="0" algn="r">
              <a:buClr>
                <a:schemeClr val="dk2"/>
              </a:buClr>
              <a:buSzPts val="1333"/>
              <a:buFont typeface="Arial"/>
              <a:buNone/>
              <a:defRPr sz="1333">
                <a:solidFill>
                  <a:schemeClr val="dk2"/>
                </a:solidFill>
                <a:latin typeface="Arial"/>
                <a:ea typeface="Arial"/>
                <a:cs typeface="Arial"/>
                <a:sym typeface="Arial"/>
              </a:defRPr>
            </a:lvl6pPr>
            <a:lvl7pPr indent="0" lvl="6" marL="0" algn="r">
              <a:buClr>
                <a:schemeClr val="dk2"/>
              </a:buClr>
              <a:buSzPts val="1333"/>
              <a:buFont typeface="Arial"/>
              <a:buNone/>
              <a:defRPr sz="1333">
                <a:solidFill>
                  <a:schemeClr val="dk2"/>
                </a:solidFill>
                <a:latin typeface="Arial"/>
                <a:ea typeface="Arial"/>
                <a:cs typeface="Arial"/>
                <a:sym typeface="Arial"/>
              </a:defRPr>
            </a:lvl7pPr>
            <a:lvl8pPr indent="0" lvl="7" marL="0" algn="r">
              <a:buClr>
                <a:schemeClr val="dk2"/>
              </a:buClr>
              <a:buSzPts val="1333"/>
              <a:buFont typeface="Arial"/>
              <a:buNone/>
              <a:defRPr sz="1333">
                <a:solidFill>
                  <a:schemeClr val="dk2"/>
                </a:solidFill>
                <a:latin typeface="Arial"/>
                <a:ea typeface="Arial"/>
                <a:cs typeface="Arial"/>
                <a:sym typeface="Arial"/>
              </a:defRPr>
            </a:lvl8pPr>
            <a:lvl9pPr indent="0" lvl="8" marL="0" algn="r">
              <a:buClr>
                <a:schemeClr val="dk2"/>
              </a:buClr>
              <a:buSzPts val="1333"/>
              <a:buFont typeface="Arial"/>
              <a:buNone/>
              <a:defRPr sz="1333">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 name="Shape 24"/>
        <p:cNvGrpSpPr/>
        <p:nvPr/>
      </p:nvGrpSpPr>
      <p:grpSpPr>
        <a:xfrm>
          <a:off x="0" y="0"/>
          <a:ext cx="0" cy="0"/>
          <a:chOff x="0" y="0"/>
          <a:chExt cx="0" cy="0"/>
        </a:xfrm>
      </p:grpSpPr>
      <p:sp>
        <p:nvSpPr>
          <p:cNvPr id="25" name="Google Shape;25;p65"/>
          <p:cNvSpPr txBox="1"/>
          <p:nvPr>
            <p:ph type="title"/>
          </p:nvPr>
        </p:nvSpPr>
        <p:spPr>
          <a:xfrm>
            <a:off x="415600" y="593367"/>
            <a:ext cx="11360800" cy="7636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6" name="Google Shape;26;p65"/>
          <p:cNvSpPr txBox="1"/>
          <p:nvPr>
            <p:ph idx="1" type="body"/>
          </p:nvPr>
        </p:nvSpPr>
        <p:spPr>
          <a:xfrm>
            <a:off x="415600" y="1536633"/>
            <a:ext cx="5333200" cy="45552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867"/>
            </a:lvl1pPr>
            <a:lvl2pPr indent="-304800" lvl="1" marL="914400" algn="l">
              <a:lnSpc>
                <a:spcPct val="115000"/>
              </a:lnSpc>
              <a:spcBef>
                <a:spcPts val="0"/>
              </a:spcBef>
              <a:spcAft>
                <a:spcPts val="0"/>
              </a:spcAft>
              <a:buSzPts val="1200"/>
              <a:buChar char="○"/>
              <a:defRPr sz="1600"/>
            </a:lvl2pPr>
            <a:lvl3pPr indent="-304800" lvl="2" marL="1371600" algn="l">
              <a:lnSpc>
                <a:spcPct val="115000"/>
              </a:lnSpc>
              <a:spcBef>
                <a:spcPts val="0"/>
              </a:spcBef>
              <a:spcAft>
                <a:spcPts val="0"/>
              </a:spcAft>
              <a:buSzPts val="1200"/>
              <a:buChar char="■"/>
              <a:defRPr sz="1600"/>
            </a:lvl3pPr>
            <a:lvl4pPr indent="-304800" lvl="3" marL="1828800" algn="l">
              <a:lnSpc>
                <a:spcPct val="115000"/>
              </a:lnSpc>
              <a:spcBef>
                <a:spcPts val="0"/>
              </a:spcBef>
              <a:spcAft>
                <a:spcPts val="0"/>
              </a:spcAft>
              <a:buSzPts val="1200"/>
              <a:buChar char="●"/>
              <a:defRPr sz="1600"/>
            </a:lvl4pPr>
            <a:lvl5pPr indent="-304800" lvl="4" marL="2286000" algn="l">
              <a:lnSpc>
                <a:spcPct val="115000"/>
              </a:lnSpc>
              <a:spcBef>
                <a:spcPts val="0"/>
              </a:spcBef>
              <a:spcAft>
                <a:spcPts val="0"/>
              </a:spcAft>
              <a:buSzPts val="1200"/>
              <a:buChar char="○"/>
              <a:defRPr sz="1600"/>
            </a:lvl5pPr>
            <a:lvl6pPr indent="-304800" lvl="5" marL="2743200" algn="l">
              <a:lnSpc>
                <a:spcPct val="115000"/>
              </a:lnSpc>
              <a:spcBef>
                <a:spcPts val="0"/>
              </a:spcBef>
              <a:spcAft>
                <a:spcPts val="0"/>
              </a:spcAft>
              <a:buSzPts val="1200"/>
              <a:buChar char="■"/>
              <a:defRPr sz="1600"/>
            </a:lvl6pPr>
            <a:lvl7pPr indent="-304800" lvl="6" marL="3200400" algn="l">
              <a:lnSpc>
                <a:spcPct val="115000"/>
              </a:lnSpc>
              <a:spcBef>
                <a:spcPts val="0"/>
              </a:spcBef>
              <a:spcAft>
                <a:spcPts val="0"/>
              </a:spcAft>
              <a:buSzPts val="1200"/>
              <a:buChar char="●"/>
              <a:defRPr sz="1600"/>
            </a:lvl7pPr>
            <a:lvl8pPr indent="-304800" lvl="7" marL="3657600" algn="l">
              <a:lnSpc>
                <a:spcPct val="115000"/>
              </a:lnSpc>
              <a:spcBef>
                <a:spcPts val="0"/>
              </a:spcBef>
              <a:spcAft>
                <a:spcPts val="0"/>
              </a:spcAft>
              <a:buSzPts val="1200"/>
              <a:buChar char="○"/>
              <a:defRPr sz="1600"/>
            </a:lvl8pPr>
            <a:lvl9pPr indent="-304800" lvl="8" marL="4114800" algn="l">
              <a:lnSpc>
                <a:spcPct val="115000"/>
              </a:lnSpc>
              <a:spcBef>
                <a:spcPts val="0"/>
              </a:spcBef>
              <a:spcAft>
                <a:spcPts val="0"/>
              </a:spcAft>
              <a:buSzPts val="1200"/>
              <a:buChar char="■"/>
              <a:defRPr sz="1600"/>
            </a:lvl9pPr>
          </a:lstStyle>
          <a:p/>
        </p:txBody>
      </p:sp>
      <p:sp>
        <p:nvSpPr>
          <p:cNvPr id="27" name="Google Shape;27;p65"/>
          <p:cNvSpPr txBox="1"/>
          <p:nvPr>
            <p:ph idx="2" type="body"/>
          </p:nvPr>
        </p:nvSpPr>
        <p:spPr>
          <a:xfrm>
            <a:off x="6443200" y="1536633"/>
            <a:ext cx="5333200" cy="45552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867"/>
            </a:lvl1pPr>
            <a:lvl2pPr indent="-304800" lvl="1" marL="914400" algn="l">
              <a:lnSpc>
                <a:spcPct val="115000"/>
              </a:lnSpc>
              <a:spcBef>
                <a:spcPts val="0"/>
              </a:spcBef>
              <a:spcAft>
                <a:spcPts val="0"/>
              </a:spcAft>
              <a:buSzPts val="1200"/>
              <a:buChar char="○"/>
              <a:defRPr sz="1600"/>
            </a:lvl2pPr>
            <a:lvl3pPr indent="-304800" lvl="2" marL="1371600" algn="l">
              <a:lnSpc>
                <a:spcPct val="115000"/>
              </a:lnSpc>
              <a:spcBef>
                <a:spcPts val="0"/>
              </a:spcBef>
              <a:spcAft>
                <a:spcPts val="0"/>
              </a:spcAft>
              <a:buSzPts val="1200"/>
              <a:buChar char="■"/>
              <a:defRPr sz="1600"/>
            </a:lvl3pPr>
            <a:lvl4pPr indent="-304800" lvl="3" marL="1828800" algn="l">
              <a:lnSpc>
                <a:spcPct val="115000"/>
              </a:lnSpc>
              <a:spcBef>
                <a:spcPts val="0"/>
              </a:spcBef>
              <a:spcAft>
                <a:spcPts val="0"/>
              </a:spcAft>
              <a:buSzPts val="1200"/>
              <a:buChar char="●"/>
              <a:defRPr sz="1600"/>
            </a:lvl4pPr>
            <a:lvl5pPr indent="-304800" lvl="4" marL="2286000" algn="l">
              <a:lnSpc>
                <a:spcPct val="115000"/>
              </a:lnSpc>
              <a:spcBef>
                <a:spcPts val="0"/>
              </a:spcBef>
              <a:spcAft>
                <a:spcPts val="0"/>
              </a:spcAft>
              <a:buSzPts val="1200"/>
              <a:buChar char="○"/>
              <a:defRPr sz="1600"/>
            </a:lvl5pPr>
            <a:lvl6pPr indent="-304800" lvl="5" marL="2743200" algn="l">
              <a:lnSpc>
                <a:spcPct val="115000"/>
              </a:lnSpc>
              <a:spcBef>
                <a:spcPts val="0"/>
              </a:spcBef>
              <a:spcAft>
                <a:spcPts val="0"/>
              </a:spcAft>
              <a:buSzPts val="1200"/>
              <a:buChar char="■"/>
              <a:defRPr sz="1600"/>
            </a:lvl6pPr>
            <a:lvl7pPr indent="-304800" lvl="6" marL="3200400" algn="l">
              <a:lnSpc>
                <a:spcPct val="115000"/>
              </a:lnSpc>
              <a:spcBef>
                <a:spcPts val="0"/>
              </a:spcBef>
              <a:spcAft>
                <a:spcPts val="0"/>
              </a:spcAft>
              <a:buSzPts val="1200"/>
              <a:buChar char="●"/>
              <a:defRPr sz="1600"/>
            </a:lvl7pPr>
            <a:lvl8pPr indent="-304800" lvl="7" marL="3657600" algn="l">
              <a:lnSpc>
                <a:spcPct val="115000"/>
              </a:lnSpc>
              <a:spcBef>
                <a:spcPts val="0"/>
              </a:spcBef>
              <a:spcAft>
                <a:spcPts val="0"/>
              </a:spcAft>
              <a:buSzPts val="1200"/>
              <a:buChar char="○"/>
              <a:defRPr sz="1600"/>
            </a:lvl8pPr>
            <a:lvl9pPr indent="-304800" lvl="8" marL="4114800" algn="l">
              <a:lnSpc>
                <a:spcPct val="115000"/>
              </a:lnSpc>
              <a:spcBef>
                <a:spcPts val="0"/>
              </a:spcBef>
              <a:spcAft>
                <a:spcPts val="0"/>
              </a:spcAft>
              <a:buSzPts val="1200"/>
              <a:buChar char="■"/>
              <a:defRPr sz="1600"/>
            </a:lvl9pPr>
          </a:lstStyle>
          <a:p/>
        </p:txBody>
      </p:sp>
      <p:sp>
        <p:nvSpPr>
          <p:cNvPr id="28" name="Google Shape;28;p65"/>
          <p:cNvSpPr txBox="1"/>
          <p:nvPr>
            <p:ph idx="12" type="sldNum"/>
          </p:nvPr>
        </p:nvSpPr>
        <p:spPr>
          <a:xfrm>
            <a:off x="11296611" y="6217623"/>
            <a:ext cx="731600" cy="524800"/>
          </a:xfrm>
          <a:prstGeom prst="rect">
            <a:avLst/>
          </a:prstGeom>
          <a:noFill/>
          <a:ln>
            <a:noFill/>
          </a:ln>
        </p:spPr>
        <p:txBody>
          <a:bodyPr anchorCtr="0" anchor="ctr" bIns="91425" lIns="91425" spcFirstLastPara="1" rIns="91425" wrap="square" tIns="91425">
            <a:normAutofit/>
          </a:bodyPr>
          <a:lstStyle>
            <a:lvl1pPr indent="0" lvl="0" marL="0" algn="r">
              <a:buClr>
                <a:schemeClr val="dk2"/>
              </a:buClr>
              <a:buSzPts val="1333"/>
              <a:buFont typeface="Arial"/>
              <a:buNone/>
              <a:defRPr sz="1333">
                <a:solidFill>
                  <a:schemeClr val="dk2"/>
                </a:solidFill>
                <a:latin typeface="Arial"/>
                <a:ea typeface="Arial"/>
                <a:cs typeface="Arial"/>
                <a:sym typeface="Arial"/>
              </a:defRPr>
            </a:lvl1pPr>
            <a:lvl2pPr indent="0" lvl="1" marL="0" algn="r">
              <a:buClr>
                <a:schemeClr val="dk2"/>
              </a:buClr>
              <a:buSzPts val="1333"/>
              <a:buFont typeface="Arial"/>
              <a:buNone/>
              <a:defRPr sz="1333">
                <a:solidFill>
                  <a:schemeClr val="dk2"/>
                </a:solidFill>
                <a:latin typeface="Arial"/>
                <a:ea typeface="Arial"/>
                <a:cs typeface="Arial"/>
                <a:sym typeface="Arial"/>
              </a:defRPr>
            </a:lvl2pPr>
            <a:lvl3pPr indent="0" lvl="2" marL="0" algn="r">
              <a:buClr>
                <a:schemeClr val="dk2"/>
              </a:buClr>
              <a:buSzPts val="1333"/>
              <a:buFont typeface="Arial"/>
              <a:buNone/>
              <a:defRPr sz="1333">
                <a:solidFill>
                  <a:schemeClr val="dk2"/>
                </a:solidFill>
                <a:latin typeface="Arial"/>
                <a:ea typeface="Arial"/>
                <a:cs typeface="Arial"/>
                <a:sym typeface="Arial"/>
              </a:defRPr>
            </a:lvl3pPr>
            <a:lvl4pPr indent="0" lvl="3" marL="0" algn="r">
              <a:buClr>
                <a:schemeClr val="dk2"/>
              </a:buClr>
              <a:buSzPts val="1333"/>
              <a:buFont typeface="Arial"/>
              <a:buNone/>
              <a:defRPr sz="1333">
                <a:solidFill>
                  <a:schemeClr val="dk2"/>
                </a:solidFill>
                <a:latin typeface="Arial"/>
                <a:ea typeface="Arial"/>
                <a:cs typeface="Arial"/>
                <a:sym typeface="Arial"/>
              </a:defRPr>
            </a:lvl4pPr>
            <a:lvl5pPr indent="0" lvl="4" marL="0" algn="r">
              <a:buClr>
                <a:schemeClr val="dk2"/>
              </a:buClr>
              <a:buSzPts val="1333"/>
              <a:buFont typeface="Arial"/>
              <a:buNone/>
              <a:defRPr sz="1333">
                <a:solidFill>
                  <a:schemeClr val="dk2"/>
                </a:solidFill>
                <a:latin typeface="Arial"/>
                <a:ea typeface="Arial"/>
                <a:cs typeface="Arial"/>
                <a:sym typeface="Arial"/>
              </a:defRPr>
            </a:lvl5pPr>
            <a:lvl6pPr indent="0" lvl="5" marL="0" algn="r">
              <a:buClr>
                <a:schemeClr val="dk2"/>
              </a:buClr>
              <a:buSzPts val="1333"/>
              <a:buFont typeface="Arial"/>
              <a:buNone/>
              <a:defRPr sz="1333">
                <a:solidFill>
                  <a:schemeClr val="dk2"/>
                </a:solidFill>
                <a:latin typeface="Arial"/>
                <a:ea typeface="Arial"/>
                <a:cs typeface="Arial"/>
                <a:sym typeface="Arial"/>
              </a:defRPr>
            </a:lvl6pPr>
            <a:lvl7pPr indent="0" lvl="6" marL="0" algn="r">
              <a:buClr>
                <a:schemeClr val="dk2"/>
              </a:buClr>
              <a:buSzPts val="1333"/>
              <a:buFont typeface="Arial"/>
              <a:buNone/>
              <a:defRPr sz="1333">
                <a:solidFill>
                  <a:schemeClr val="dk2"/>
                </a:solidFill>
                <a:latin typeface="Arial"/>
                <a:ea typeface="Arial"/>
                <a:cs typeface="Arial"/>
                <a:sym typeface="Arial"/>
              </a:defRPr>
            </a:lvl7pPr>
            <a:lvl8pPr indent="0" lvl="7" marL="0" algn="r">
              <a:buClr>
                <a:schemeClr val="dk2"/>
              </a:buClr>
              <a:buSzPts val="1333"/>
              <a:buFont typeface="Arial"/>
              <a:buNone/>
              <a:defRPr sz="1333">
                <a:solidFill>
                  <a:schemeClr val="dk2"/>
                </a:solidFill>
                <a:latin typeface="Arial"/>
                <a:ea typeface="Arial"/>
                <a:cs typeface="Arial"/>
                <a:sym typeface="Arial"/>
              </a:defRPr>
            </a:lvl8pPr>
            <a:lvl9pPr indent="0" lvl="8" marL="0" algn="r">
              <a:buClr>
                <a:schemeClr val="dk2"/>
              </a:buClr>
              <a:buSzPts val="1333"/>
              <a:buFont typeface="Arial"/>
              <a:buNone/>
              <a:defRPr sz="1333">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9" name="Shape 29"/>
        <p:cNvGrpSpPr/>
        <p:nvPr/>
      </p:nvGrpSpPr>
      <p:grpSpPr>
        <a:xfrm>
          <a:off x="0" y="0"/>
          <a:ext cx="0" cy="0"/>
          <a:chOff x="0" y="0"/>
          <a:chExt cx="0" cy="0"/>
        </a:xfrm>
      </p:grpSpPr>
      <p:sp>
        <p:nvSpPr>
          <p:cNvPr id="30" name="Google Shape;30;p66"/>
          <p:cNvSpPr txBox="1"/>
          <p:nvPr>
            <p:ph type="title"/>
          </p:nvPr>
        </p:nvSpPr>
        <p:spPr>
          <a:xfrm>
            <a:off x="415600" y="593367"/>
            <a:ext cx="11360800" cy="7636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1" name="Google Shape;31;p66"/>
          <p:cNvSpPr txBox="1"/>
          <p:nvPr>
            <p:ph idx="12" type="sldNum"/>
          </p:nvPr>
        </p:nvSpPr>
        <p:spPr>
          <a:xfrm>
            <a:off x="11296611" y="6217623"/>
            <a:ext cx="731600" cy="524800"/>
          </a:xfrm>
          <a:prstGeom prst="rect">
            <a:avLst/>
          </a:prstGeom>
          <a:noFill/>
          <a:ln>
            <a:noFill/>
          </a:ln>
        </p:spPr>
        <p:txBody>
          <a:bodyPr anchorCtr="0" anchor="ctr" bIns="91425" lIns="91425" spcFirstLastPara="1" rIns="91425" wrap="square" tIns="91425">
            <a:normAutofit/>
          </a:bodyPr>
          <a:lstStyle>
            <a:lvl1pPr indent="0" lvl="0" marL="0" algn="r">
              <a:buClr>
                <a:schemeClr val="dk2"/>
              </a:buClr>
              <a:buSzPts val="1333"/>
              <a:buFont typeface="Arial"/>
              <a:buNone/>
              <a:defRPr sz="1333">
                <a:solidFill>
                  <a:schemeClr val="dk2"/>
                </a:solidFill>
                <a:latin typeface="Arial"/>
                <a:ea typeface="Arial"/>
                <a:cs typeface="Arial"/>
                <a:sym typeface="Arial"/>
              </a:defRPr>
            </a:lvl1pPr>
            <a:lvl2pPr indent="0" lvl="1" marL="0" algn="r">
              <a:buClr>
                <a:schemeClr val="dk2"/>
              </a:buClr>
              <a:buSzPts val="1333"/>
              <a:buFont typeface="Arial"/>
              <a:buNone/>
              <a:defRPr sz="1333">
                <a:solidFill>
                  <a:schemeClr val="dk2"/>
                </a:solidFill>
                <a:latin typeface="Arial"/>
                <a:ea typeface="Arial"/>
                <a:cs typeface="Arial"/>
                <a:sym typeface="Arial"/>
              </a:defRPr>
            </a:lvl2pPr>
            <a:lvl3pPr indent="0" lvl="2" marL="0" algn="r">
              <a:buClr>
                <a:schemeClr val="dk2"/>
              </a:buClr>
              <a:buSzPts val="1333"/>
              <a:buFont typeface="Arial"/>
              <a:buNone/>
              <a:defRPr sz="1333">
                <a:solidFill>
                  <a:schemeClr val="dk2"/>
                </a:solidFill>
                <a:latin typeface="Arial"/>
                <a:ea typeface="Arial"/>
                <a:cs typeface="Arial"/>
                <a:sym typeface="Arial"/>
              </a:defRPr>
            </a:lvl3pPr>
            <a:lvl4pPr indent="0" lvl="3" marL="0" algn="r">
              <a:buClr>
                <a:schemeClr val="dk2"/>
              </a:buClr>
              <a:buSzPts val="1333"/>
              <a:buFont typeface="Arial"/>
              <a:buNone/>
              <a:defRPr sz="1333">
                <a:solidFill>
                  <a:schemeClr val="dk2"/>
                </a:solidFill>
                <a:latin typeface="Arial"/>
                <a:ea typeface="Arial"/>
                <a:cs typeface="Arial"/>
                <a:sym typeface="Arial"/>
              </a:defRPr>
            </a:lvl4pPr>
            <a:lvl5pPr indent="0" lvl="4" marL="0" algn="r">
              <a:buClr>
                <a:schemeClr val="dk2"/>
              </a:buClr>
              <a:buSzPts val="1333"/>
              <a:buFont typeface="Arial"/>
              <a:buNone/>
              <a:defRPr sz="1333">
                <a:solidFill>
                  <a:schemeClr val="dk2"/>
                </a:solidFill>
                <a:latin typeface="Arial"/>
                <a:ea typeface="Arial"/>
                <a:cs typeface="Arial"/>
                <a:sym typeface="Arial"/>
              </a:defRPr>
            </a:lvl5pPr>
            <a:lvl6pPr indent="0" lvl="5" marL="0" algn="r">
              <a:buClr>
                <a:schemeClr val="dk2"/>
              </a:buClr>
              <a:buSzPts val="1333"/>
              <a:buFont typeface="Arial"/>
              <a:buNone/>
              <a:defRPr sz="1333">
                <a:solidFill>
                  <a:schemeClr val="dk2"/>
                </a:solidFill>
                <a:latin typeface="Arial"/>
                <a:ea typeface="Arial"/>
                <a:cs typeface="Arial"/>
                <a:sym typeface="Arial"/>
              </a:defRPr>
            </a:lvl6pPr>
            <a:lvl7pPr indent="0" lvl="6" marL="0" algn="r">
              <a:buClr>
                <a:schemeClr val="dk2"/>
              </a:buClr>
              <a:buSzPts val="1333"/>
              <a:buFont typeface="Arial"/>
              <a:buNone/>
              <a:defRPr sz="1333">
                <a:solidFill>
                  <a:schemeClr val="dk2"/>
                </a:solidFill>
                <a:latin typeface="Arial"/>
                <a:ea typeface="Arial"/>
                <a:cs typeface="Arial"/>
                <a:sym typeface="Arial"/>
              </a:defRPr>
            </a:lvl7pPr>
            <a:lvl8pPr indent="0" lvl="7" marL="0" algn="r">
              <a:buClr>
                <a:schemeClr val="dk2"/>
              </a:buClr>
              <a:buSzPts val="1333"/>
              <a:buFont typeface="Arial"/>
              <a:buNone/>
              <a:defRPr sz="1333">
                <a:solidFill>
                  <a:schemeClr val="dk2"/>
                </a:solidFill>
                <a:latin typeface="Arial"/>
                <a:ea typeface="Arial"/>
                <a:cs typeface="Arial"/>
                <a:sym typeface="Arial"/>
              </a:defRPr>
            </a:lvl8pPr>
            <a:lvl9pPr indent="0" lvl="8" marL="0" algn="r">
              <a:buClr>
                <a:schemeClr val="dk2"/>
              </a:buClr>
              <a:buSzPts val="1333"/>
              <a:buFont typeface="Arial"/>
              <a:buNone/>
              <a:defRPr sz="1333">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 column text">
    <p:spTree>
      <p:nvGrpSpPr>
        <p:cNvPr id="32" name="Shape 32"/>
        <p:cNvGrpSpPr/>
        <p:nvPr/>
      </p:nvGrpSpPr>
      <p:grpSpPr>
        <a:xfrm>
          <a:off x="0" y="0"/>
          <a:ext cx="0" cy="0"/>
          <a:chOff x="0" y="0"/>
          <a:chExt cx="0" cy="0"/>
        </a:xfrm>
      </p:grpSpPr>
      <p:sp>
        <p:nvSpPr>
          <p:cNvPr id="33" name="Google Shape;33;p67"/>
          <p:cNvSpPr txBox="1"/>
          <p:nvPr>
            <p:ph type="title"/>
          </p:nvPr>
        </p:nvSpPr>
        <p:spPr>
          <a:xfrm>
            <a:off x="415600" y="740800"/>
            <a:ext cx="3744000" cy="10076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3200"/>
            </a:lvl1pPr>
            <a:lvl2pPr lvl="1" algn="l">
              <a:lnSpc>
                <a:spcPct val="100000"/>
              </a:lnSpc>
              <a:spcBef>
                <a:spcPts val="0"/>
              </a:spcBef>
              <a:spcAft>
                <a:spcPts val="0"/>
              </a:spcAft>
              <a:buSzPts val="2400"/>
              <a:buNone/>
              <a:defRPr sz="3200"/>
            </a:lvl2pPr>
            <a:lvl3pPr lvl="2" algn="l">
              <a:lnSpc>
                <a:spcPct val="100000"/>
              </a:lnSpc>
              <a:spcBef>
                <a:spcPts val="0"/>
              </a:spcBef>
              <a:spcAft>
                <a:spcPts val="0"/>
              </a:spcAft>
              <a:buSzPts val="2400"/>
              <a:buNone/>
              <a:defRPr sz="3200"/>
            </a:lvl3pPr>
            <a:lvl4pPr lvl="3" algn="l">
              <a:lnSpc>
                <a:spcPct val="100000"/>
              </a:lnSpc>
              <a:spcBef>
                <a:spcPts val="0"/>
              </a:spcBef>
              <a:spcAft>
                <a:spcPts val="0"/>
              </a:spcAft>
              <a:buSzPts val="2400"/>
              <a:buNone/>
              <a:defRPr sz="3200"/>
            </a:lvl4pPr>
            <a:lvl5pPr lvl="4" algn="l">
              <a:lnSpc>
                <a:spcPct val="100000"/>
              </a:lnSpc>
              <a:spcBef>
                <a:spcPts val="0"/>
              </a:spcBef>
              <a:spcAft>
                <a:spcPts val="0"/>
              </a:spcAft>
              <a:buSzPts val="2400"/>
              <a:buNone/>
              <a:defRPr sz="3200"/>
            </a:lvl5pPr>
            <a:lvl6pPr lvl="5" algn="l">
              <a:lnSpc>
                <a:spcPct val="100000"/>
              </a:lnSpc>
              <a:spcBef>
                <a:spcPts val="0"/>
              </a:spcBef>
              <a:spcAft>
                <a:spcPts val="0"/>
              </a:spcAft>
              <a:buSzPts val="2400"/>
              <a:buNone/>
              <a:defRPr sz="3200"/>
            </a:lvl6pPr>
            <a:lvl7pPr lvl="6" algn="l">
              <a:lnSpc>
                <a:spcPct val="100000"/>
              </a:lnSpc>
              <a:spcBef>
                <a:spcPts val="0"/>
              </a:spcBef>
              <a:spcAft>
                <a:spcPts val="0"/>
              </a:spcAft>
              <a:buSzPts val="2400"/>
              <a:buNone/>
              <a:defRPr sz="3200"/>
            </a:lvl7pPr>
            <a:lvl8pPr lvl="7" algn="l">
              <a:lnSpc>
                <a:spcPct val="100000"/>
              </a:lnSpc>
              <a:spcBef>
                <a:spcPts val="0"/>
              </a:spcBef>
              <a:spcAft>
                <a:spcPts val="0"/>
              </a:spcAft>
              <a:buSzPts val="2400"/>
              <a:buNone/>
              <a:defRPr sz="3200"/>
            </a:lvl8pPr>
            <a:lvl9pPr lvl="8" algn="l">
              <a:lnSpc>
                <a:spcPct val="100000"/>
              </a:lnSpc>
              <a:spcBef>
                <a:spcPts val="0"/>
              </a:spcBef>
              <a:spcAft>
                <a:spcPts val="0"/>
              </a:spcAft>
              <a:buSzPts val="2400"/>
              <a:buNone/>
              <a:defRPr sz="3200"/>
            </a:lvl9pPr>
          </a:lstStyle>
          <a:p/>
        </p:txBody>
      </p:sp>
      <p:sp>
        <p:nvSpPr>
          <p:cNvPr id="34" name="Google Shape;34;p67"/>
          <p:cNvSpPr txBox="1"/>
          <p:nvPr>
            <p:ph idx="1" type="body"/>
          </p:nvPr>
        </p:nvSpPr>
        <p:spPr>
          <a:xfrm>
            <a:off x="415600" y="1852800"/>
            <a:ext cx="3744000" cy="42392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600"/>
            </a:lvl1pPr>
            <a:lvl2pPr indent="-304800" lvl="1" marL="914400" algn="l">
              <a:lnSpc>
                <a:spcPct val="115000"/>
              </a:lnSpc>
              <a:spcBef>
                <a:spcPts val="0"/>
              </a:spcBef>
              <a:spcAft>
                <a:spcPts val="0"/>
              </a:spcAft>
              <a:buSzPts val="1200"/>
              <a:buChar char="○"/>
              <a:defRPr sz="1600"/>
            </a:lvl2pPr>
            <a:lvl3pPr indent="-304800" lvl="2" marL="1371600" algn="l">
              <a:lnSpc>
                <a:spcPct val="115000"/>
              </a:lnSpc>
              <a:spcBef>
                <a:spcPts val="0"/>
              </a:spcBef>
              <a:spcAft>
                <a:spcPts val="0"/>
              </a:spcAft>
              <a:buSzPts val="1200"/>
              <a:buChar char="■"/>
              <a:defRPr sz="1600"/>
            </a:lvl3pPr>
            <a:lvl4pPr indent="-304800" lvl="3" marL="1828800" algn="l">
              <a:lnSpc>
                <a:spcPct val="115000"/>
              </a:lnSpc>
              <a:spcBef>
                <a:spcPts val="0"/>
              </a:spcBef>
              <a:spcAft>
                <a:spcPts val="0"/>
              </a:spcAft>
              <a:buSzPts val="1200"/>
              <a:buChar char="●"/>
              <a:defRPr sz="1600"/>
            </a:lvl4pPr>
            <a:lvl5pPr indent="-304800" lvl="4" marL="2286000" algn="l">
              <a:lnSpc>
                <a:spcPct val="115000"/>
              </a:lnSpc>
              <a:spcBef>
                <a:spcPts val="0"/>
              </a:spcBef>
              <a:spcAft>
                <a:spcPts val="0"/>
              </a:spcAft>
              <a:buSzPts val="1200"/>
              <a:buChar char="○"/>
              <a:defRPr sz="1600"/>
            </a:lvl5pPr>
            <a:lvl6pPr indent="-304800" lvl="5" marL="2743200" algn="l">
              <a:lnSpc>
                <a:spcPct val="115000"/>
              </a:lnSpc>
              <a:spcBef>
                <a:spcPts val="0"/>
              </a:spcBef>
              <a:spcAft>
                <a:spcPts val="0"/>
              </a:spcAft>
              <a:buSzPts val="1200"/>
              <a:buChar char="■"/>
              <a:defRPr sz="1600"/>
            </a:lvl6pPr>
            <a:lvl7pPr indent="-304800" lvl="6" marL="3200400" algn="l">
              <a:lnSpc>
                <a:spcPct val="115000"/>
              </a:lnSpc>
              <a:spcBef>
                <a:spcPts val="0"/>
              </a:spcBef>
              <a:spcAft>
                <a:spcPts val="0"/>
              </a:spcAft>
              <a:buSzPts val="1200"/>
              <a:buChar char="●"/>
              <a:defRPr sz="1600"/>
            </a:lvl7pPr>
            <a:lvl8pPr indent="-304800" lvl="7" marL="3657600" algn="l">
              <a:lnSpc>
                <a:spcPct val="115000"/>
              </a:lnSpc>
              <a:spcBef>
                <a:spcPts val="0"/>
              </a:spcBef>
              <a:spcAft>
                <a:spcPts val="0"/>
              </a:spcAft>
              <a:buSzPts val="1200"/>
              <a:buChar char="○"/>
              <a:defRPr sz="1600"/>
            </a:lvl8pPr>
            <a:lvl9pPr indent="-304800" lvl="8" marL="4114800" algn="l">
              <a:lnSpc>
                <a:spcPct val="115000"/>
              </a:lnSpc>
              <a:spcBef>
                <a:spcPts val="0"/>
              </a:spcBef>
              <a:spcAft>
                <a:spcPts val="0"/>
              </a:spcAft>
              <a:buSzPts val="1200"/>
              <a:buChar char="■"/>
              <a:defRPr sz="1600"/>
            </a:lvl9pPr>
          </a:lstStyle>
          <a:p/>
        </p:txBody>
      </p:sp>
      <p:sp>
        <p:nvSpPr>
          <p:cNvPr id="35" name="Google Shape;35;p67"/>
          <p:cNvSpPr txBox="1"/>
          <p:nvPr>
            <p:ph idx="12" type="sldNum"/>
          </p:nvPr>
        </p:nvSpPr>
        <p:spPr>
          <a:xfrm>
            <a:off x="11296611" y="6217623"/>
            <a:ext cx="731600" cy="524800"/>
          </a:xfrm>
          <a:prstGeom prst="rect">
            <a:avLst/>
          </a:prstGeom>
          <a:noFill/>
          <a:ln>
            <a:noFill/>
          </a:ln>
        </p:spPr>
        <p:txBody>
          <a:bodyPr anchorCtr="0" anchor="ctr" bIns="91425" lIns="91425" spcFirstLastPara="1" rIns="91425" wrap="square" tIns="91425">
            <a:normAutofit/>
          </a:bodyPr>
          <a:lstStyle>
            <a:lvl1pPr indent="0" lvl="0" marL="0" algn="r">
              <a:buClr>
                <a:schemeClr val="dk2"/>
              </a:buClr>
              <a:buSzPts val="1333"/>
              <a:buFont typeface="Arial"/>
              <a:buNone/>
              <a:defRPr sz="1333">
                <a:solidFill>
                  <a:schemeClr val="dk2"/>
                </a:solidFill>
                <a:latin typeface="Arial"/>
                <a:ea typeface="Arial"/>
                <a:cs typeface="Arial"/>
                <a:sym typeface="Arial"/>
              </a:defRPr>
            </a:lvl1pPr>
            <a:lvl2pPr indent="0" lvl="1" marL="0" algn="r">
              <a:buClr>
                <a:schemeClr val="dk2"/>
              </a:buClr>
              <a:buSzPts val="1333"/>
              <a:buFont typeface="Arial"/>
              <a:buNone/>
              <a:defRPr sz="1333">
                <a:solidFill>
                  <a:schemeClr val="dk2"/>
                </a:solidFill>
                <a:latin typeface="Arial"/>
                <a:ea typeface="Arial"/>
                <a:cs typeface="Arial"/>
                <a:sym typeface="Arial"/>
              </a:defRPr>
            </a:lvl2pPr>
            <a:lvl3pPr indent="0" lvl="2" marL="0" algn="r">
              <a:buClr>
                <a:schemeClr val="dk2"/>
              </a:buClr>
              <a:buSzPts val="1333"/>
              <a:buFont typeface="Arial"/>
              <a:buNone/>
              <a:defRPr sz="1333">
                <a:solidFill>
                  <a:schemeClr val="dk2"/>
                </a:solidFill>
                <a:latin typeface="Arial"/>
                <a:ea typeface="Arial"/>
                <a:cs typeface="Arial"/>
                <a:sym typeface="Arial"/>
              </a:defRPr>
            </a:lvl3pPr>
            <a:lvl4pPr indent="0" lvl="3" marL="0" algn="r">
              <a:buClr>
                <a:schemeClr val="dk2"/>
              </a:buClr>
              <a:buSzPts val="1333"/>
              <a:buFont typeface="Arial"/>
              <a:buNone/>
              <a:defRPr sz="1333">
                <a:solidFill>
                  <a:schemeClr val="dk2"/>
                </a:solidFill>
                <a:latin typeface="Arial"/>
                <a:ea typeface="Arial"/>
                <a:cs typeface="Arial"/>
                <a:sym typeface="Arial"/>
              </a:defRPr>
            </a:lvl4pPr>
            <a:lvl5pPr indent="0" lvl="4" marL="0" algn="r">
              <a:buClr>
                <a:schemeClr val="dk2"/>
              </a:buClr>
              <a:buSzPts val="1333"/>
              <a:buFont typeface="Arial"/>
              <a:buNone/>
              <a:defRPr sz="1333">
                <a:solidFill>
                  <a:schemeClr val="dk2"/>
                </a:solidFill>
                <a:latin typeface="Arial"/>
                <a:ea typeface="Arial"/>
                <a:cs typeface="Arial"/>
                <a:sym typeface="Arial"/>
              </a:defRPr>
            </a:lvl5pPr>
            <a:lvl6pPr indent="0" lvl="5" marL="0" algn="r">
              <a:buClr>
                <a:schemeClr val="dk2"/>
              </a:buClr>
              <a:buSzPts val="1333"/>
              <a:buFont typeface="Arial"/>
              <a:buNone/>
              <a:defRPr sz="1333">
                <a:solidFill>
                  <a:schemeClr val="dk2"/>
                </a:solidFill>
                <a:latin typeface="Arial"/>
                <a:ea typeface="Arial"/>
                <a:cs typeface="Arial"/>
                <a:sym typeface="Arial"/>
              </a:defRPr>
            </a:lvl6pPr>
            <a:lvl7pPr indent="0" lvl="6" marL="0" algn="r">
              <a:buClr>
                <a:schemeClr val="dk2"/>
              </a:buClr>
              <a:buSzPts val="1333"/>
              <a:buFont typeface="Arial"/>
              <a:buNone/>
              <a:defRPr sz="1333">
                <a:solidFill>
                  <a:schemeClr val="dk2"/>
                </a:solidFill>
                <a:latin typeface="Arial"/>
                <a:ea typeface="Arial"/>
                <a:cs typeface="Arial"/>
                <a:sym typeface="Arial"/>
              </a:defRPr>
            </a:lvl7pPr>
            <a:lvl8pPr indent="0" lvl="7" marL="0" algn="r">
              <a:buClr>
                <a:schemeClr val="dk2"/>
              </a:buClr>
              <a:buSzPts val="1333"/>
              <a:buFont typeface="Arial"/>
              <a:buNone/>
              <a:defRPr sz="1333">
                <a:solidFill>
                  <a:schemeClr val="dk2"/>
                </a:solidFill>
                <a:latin typeface="Arial"/>
                <a:ea typeface="Arial"/>
                <a:cs typeface="Arial"/>
                <a:sym typeface="Arial"/>
              </a:defRPr>
            </a:lvl8pPr>
            <a:lvl9pPr indent="0" lvl="8" marL="0" algn="r">
              <a:buClr>
                <a:schemeClr val="dk2"/>
              </a:buClr>
              <a:buSzPts val="1333"/>
              <a:buFont typeface="Arial"/>
              <a:buNone/>
              <a:defRPr sz="1333">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 point">
    <p:spTree>
      <p:nvGrpSpPr>
        <p:cNvPr id="36" name="Shape 36"/>
        <p:cNvGrpSpPr/>
        <p:nvPr/>
      </p:nvGrpSpPr>
      <p:grpSpPr>
        <a:xfrm>
          <a:off x="0" y="0"/>
          <a:ext cx="0" cy="0"/>
          <a:chOff x="0" y="0"/>
          <a:chExt cx="0" cy="0"/>
        </a:xfrm>
      </p:grpSpPr>
      <p:sp>
        <p:nvSpPr>
          <p:cNvPr id="37" name="Google Shape;37;p68"/>
          <p:cNvSpPr txBox="1"/>
          <p:nvPr>
            <p:ph type="title"/>
          </p:nvPr>
        </p:nvSpPr>
        <p:spPr>
          <a:xfrm>
            <a:off x="653667" y="600200"/>
            <a:ext cx="8490400" cy="54544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6400"/>
            </a:lvl1pPr>
            <a:lvl2pPr lvl="1" algn="l">
              <a:lnSpc>
                <a:spcPct val="100000"/>
              </a:lnSpc>
              <a:spcBef>
                <a:spcPts val="0"/>
              </a:spcBef>
              <a:spcAft>
                <a:spcPts val="0"/>
              </a:spcAft>
              <a:buSzPts val="4800"/>
              <a:buNone/>
              <a:defRPr sz="6400"/>
            </a:lvl2pPr>
            <a:lvl3pPr lvl="2" algn="l">
              <a:lnSpc>
                <a:spcPct val="100000"/>
              </a:lnSpc>
              <a:spcBef>
                <a:spcPts val="0"/>
              </a:spcBef>
              <a:spcAft>
                <a:spcPts val="0"/>
              </a:spcAft>
              <a:buSzPts val="4800"/>
              <a:buNone/>
              <a:defRPr sz="6400"/>
            </a:lvl3pPr>
            <a:lvl4pPr lvl="3" algn="l">
              <a:lnSpc>
                <a:spcPct val="100000"/>
              </a:lnSpc>
              <a:spcBef>
                <a:spcPts val="0"/>
              </a:spcBef>
              <a:spcAft>
                <a:spcPts val="0"/>
              </a:spcAft>
              <a:buSzPts val="4800"/>
              <a:buNone/>
              <a:defRPr sz="6400"/>
            </a:lvl4pPr>
            <a:lvl5pPr lvl="4" algn="l">
              <a:lnSpc>
                <a:spcPct val="100000"/>
              </a:lnSpc>
              <a:spcBef>
                <a:spcPts val="0"/>
              </a:spcBef>
              <a:spcAft>
                <a:spcPts val="0"/>
              </a:spcAft>
              <a:buSzPts val="4800"/>
              <a:buNone/>
              <a:defRPr sz="6400"/>
            </a:lvl5pPr>
            <a:lvl6pPr lvl="5" algn="l">
              <a:lnSpc>
                <a:spcPct val="100000"/>
              </a:lnSpc>
              <a:spcBef>
                <a:spcPts val="0"/>
              </a:spcBef>
              <a:spcAft>
                <a:spcPts val="0"/>
              </a:spcAft>
              <a:buSzPts val="4800"/>
              <a:buNone/>
              <a:defRPr sz="6400"/>
            </a:lvl6pPr>
            <a:lvl7pPr lvl="6" algn="l">
              <a:lnSpc>
                <a:spcPct val="100000"/>
              </a:lnSpc>
              <a:spcBef>
                <a:spcPts val="0"/>
              </a:spcBef>
              <a:spcAft>
                <a:spcPts val="0"/>
              </a:spcAft>
              <a:buSzPts val="4800"/>
              <a:buNone/>
              <a:defRPr sz="6400"/>
            </a:lvl7pPr>
            <a:lvl8pPr lvl="7" algn="l">
              <a:lnSpc>
                <a:spcPct val="100000"/>
              </a:lnSpc>
              <a:spcBef>
                <a:spcPts val="0"/>
              </a:spcBef>
              <a:spcAft>
                <a:spcPts val="0"/>
              </a:spcAft>
              <a:buSzPts val="4800"/>
              <a:buNone/>
              <a:defRPr sz="6400"/>
            </a:lvl8pPr>
            <a:lvl9pPr lvl="8" algn="l">
              <a:lnSpc>
                <a:spcPct val="100000"/>
              </a:lnSpc>
              <a:spcBef>
                <a:spcPts val="0"/>
              </a:spcBef>
              <a:spcAft>
                <a:spcPts val="0"/>
              </a:spcAft>
              <a:buSzPts val="4800"/>
              <a:buNone/>
              <a:defRPr sz="6400"/>
            </a:lvl9pPr>
          </a:lstStyle>
          <a:p/>
        </p:txBody>
      </p:sp>
      <p:sp>
        <p:nvSpPr>
          <p:cNvPr id="38" name="Google Shape;38;p68"/>
          <p:cNvSpPr txBox="1"/>
          <p:nvPr>
            <p:ph idx="12" type="sldNum"/>
          </p:nvPr>
        </p:nvSpPr>
        <p:spPr>
          <a:xfrm>
            <a:off x="11296611" y="6217623"/>
            <a:ext cx="731600" cy="524800"/>
          </a:xfrm>
          <a:prstGeom prst="rect">
            <a:avLst/>
          </a:prstGeom>
          <a:noFill/>
          <a:ln>
            <a:noFill/>
          </a:ln>
        </p:spPr>
        <p:txBody>
          <a:bodyPr anchorCtr="0" anchor="ctr" bIns="91425" lIns="91425" spcFirstLastPara="1" rIns="91425" wrap="square" tIns="91425">
            <a:normAutofit/>
          </a:bodyPr>
          <a:lstStyle>
            <a:lvl1pPr indent="0" lvl="0" marL="0" algn="r">
              <a:buClr>
                <a:schemeClr val="dk2"/>
              </a:buClr>
              <a:buSzPts val="1333"/>
              <a:buFont typeface="Arial"/>
              <a:buNone/>
              <a:defRPr sz="1333">
                <a:solidFill>
                  <a:schemeClr val="dk2"/>
                </a:solidFill>
                <a:latin typeface="Arial"/>
                <a:ea typeface="Arial"/>
                <a:cs typeface="Arial"/>
                <a:sym typeface="Arial"/>
              </a:defRPr>
            </a:lvl1pPr>
            <a:lvl2pPr indent="0" lvl="1" marL="0" algn="r">
              <a:buClr>
                <a:schemeClr val="dk2"/>
              </a:buClr>
              <a:buSzPts val="1333"/>
              <a:buFont typeface="Arial"/>
              <a:buNone/>
              <a:defRPr sz="1333">
                <a:solidFill>
                  <a:schemeClr val="dk2"/>
                </a:solidFill>
                <a:latin typeface="Arial"/>
                <a:ea typeface="Arial"/>
                <a:cs typeface="Arial"/>
                <a:sym typeface="Arial"/>
              </a:defRPr>
            </a:lvl2pPr>
            <a:lvl3pPr indent="0" lvl="2" marL="0" algn="r">
              <a:buClr>
                <a:schemeClr val="dk2"/>
              </a:buClr>
              <a:buSzPts val="1333"/>
              <a:buFont typeface="Arial"/>
              <a:buNone/>
              <a:defRPr sz="1333">
                <a:solidFill>
                  <a:schemeClr val="dk2"/>
                </a:solidFill>
                <a:latin typeface="Arial"/>
                <a:ea typeface="Arial"/>
                <a:cs typeface="Arial"/>
                <a:sym typeface="Arial"/>
              </a:defRPr>
            </a:lvl3pPr>
            <a:lvl4pPr indent="0" lvl="3" marL="0" algn="r">
              <a:buClr>
                <a:schemeClr val="dk2"/>
              </a:buClr>
              <a:buSzPts val="1333"/>
              <a:buFont typeface="Arial"/>
              <a:buNone/>
              <a:defRPr sz="1333">
                <a:solidFill>
                  <a:schemeClr val="dk2"/>
                </a:solidFill>
                <a:latin typeface="Arial"/>
                <a:ea typeface="Arial"/>
                <a:cs typeface="Arial"/>
                <a:sym typeface="Arial"/>
              </a:defRPr>
            </a:lvl4pPr>
            <a:lvl5pPr indent="0" lvl="4" marL="0" algn="r">
              <a:buClr>
                <a:schemeClr val="dk2"/>
              </a:buClr>
              <a:buSzPts val="1333"/>
              <a:buFont typeface="Arial"/>
              <a:buNone/>
              <a:defRPr sz="1333">
                <a:solidFill>
                  <a:schemeClr val="dk2"/>
                </a:solidFill>
                <a:latin typeface="Arial"/>
                <a:ea typeface="Arial"/>
                <a:cs typeface="Arial"/>
                <a:sym typeface="Arial"/>
              </a:defRPr>
            </a:lvl5pPr>
            <a:lvl6pPr indent="0" lvl="5" marL="0" algn="r">
              <a:buClr>
                <a:schemeClr val="dk2"/>
              </a:buClr>
              <a:buSzPts val="1333"/>
              <a:buFont typeface="Arial"/>
              <a:buNone/>
              <a:defRPr sz="1333">
                <a:solidFill>
                  <a:schemeClr val="dk2"/>
                </a:solidFill>
                <a:latin typeface="Arial"/>
                <a:ea typeface="Arial"/>
                <a:cs typeface="Arial"/>
                <a:sym typeface="Arial"/>
              </a:defRPr>
            </a:lvl6pPr>
            <a:lvl7pPr indent="0" lvl="6" marL="0" algn="r">
              <a:buClr>
                <a:schemeClr val="dk2"/>
              </a:buClr>
              <a:buSzPts val="1333"/>
              <a:buFont typeface="Arial"/>
              <a:buNone/>
              <a:defRPr sz="1333">
                <a:solidFill>
                  <a:schemeClr val="dk2"/>
                </a:solidFill>
                <a:latin typeface="Arial"/>
                <a:ea typeface="Arial"/>
                <a:cs typeface="Arial"/>
                <a:sym typeface="Arial"/>
              </a:defRPr>
            </a:lvl7pPr>
            <a:lvl8pPr indent="0" lvl="7" marL="0" algn="r">
              <a:buClr>
                <a:schemeClr val="dk2"/>
              </a:buClr>
              <a:buSzPts val="1333"/>
              <a:buFont typeface="Arial"/>
              <a:buNone/>
              <a:defRPr sz="1333">
                <a:solidFill>
                  <a:schemeClr val="dk2"/>
                </a:solidFill>
                <a:latin typeface="Arial"/>
                <a:ea typeface="Arial"/>
                <a:cs typeface="Arial"/>
                <a:sym typeface="Arial"/>
              </a:defRPr>
            </a:lvl8pPr>
            <a:lvl9pPr indent="0" lvl="8" marL="0" algn="r">
              <a:buClr>
                <a:schemeClr val="dk2"/>
              </a:buClr>
              <a:buSzPts val="1333"/>
              <a:buFont typeface="Arial"/>
              <a:buNone/>
              <a:defRPr sz="1333">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 title and description">
    <p:spTree>
      <p:nvGrpSpPr>
        <p:cNvPr id="39" name="Shape 39"/>
        <p:cNvGrpSpPr/>
        <p:nvPr/>
      </p:nvGrpSpPr>
      <p:grpSpPr>
        <a:xfrm>
          <a:off x="0" y="0"/>
          <a:ext cx="0" cy="0"/>
          <a:chOff x="0" y="0"/>
          <a:chExt cx="0" cy="0"/>
        </a:xfrm>
      </p:grpSpPr>
      <p:sp>
        <p:nvSpPr>
          <p:cNvPr id="40" name="Google Shape;40;p69"/>
          <p:cNvSpPr/>
          <p:nvPr/>
        </p:nvSpPr>
        <p:spPr>
          <a:xfrm>
            <a:off x="6096000" y="-167"/>
            <a:ext cx="6096000" cy="6858000"/>
          </a:xfrm>
          <a:prstGeom prst="rect">
            <a:avLst/>
          </a:prstGeom>
          <a:solidFill>
            <a:schemeClr val="lt2"/>
          </a:solidFill>
          <a:ln>
            <a:noFill/>
          </a:ln>
        </p:spPr>
        <p:txBody>
          <a:bodyPr anchorCtr="0" anchor="ctr" bIns="121900" lIns="121900" spcFirstLastPara="1" rIns="121900" wrap="square" tIns="121900">
            <a:noAutofit/>
          </a:bodyPr>
          <a:lstStyle/>
          <a:p>
            <a:pPr indent="0" lvl="0" marL="0" marR="0" rtl="0" algn="l">
              <a:spcBef>
                <a:spcPts val="0"/>
              </a:spcBef>
              <a:spcAft>
                <a:spcPts val="0"/>
              </a:spcAft>
              <a:buClr>
                <a:schemeClr val="dk1"/>
              </a:buClr>
              <a:buSzPts val="2400"/>
              <a:buFont typeface="Arial"/>
              <a:buNone/>
            </a:pPr>
            <a:r>
              <a:t/>
            </a:r>
            <a:endParaRPr sz="2400">
              <a:solidFill>
                <a:schemeClr val="dk1"/>
              </a:solidFill>
              <a:latin typeface="Arial"/>
              <a:ea typeface="Arial"/>
              <a:cs typeface="Arial"/>
              <a:sym typeface="Arial"/>
            </a:endParaRPr>
          </a:p>
        </p:txBody>
      </p:sp>
      <p:sp>
        <p:nvSpPr>
          <p:cNvPr id="41" name="Google Shape;41;p69"/>
          <p:cNvSpPr txBox="1"/>
          <p:nvPr>
            <p:ph type="title"/>
          </p:nvPr>
        </p:nvSpPr>
        <p:spPr>
          <a:xfrm>
            <a:off x="354000" y="1644233"/>
            <a:ext cx="5393600" cy="19764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5600"/>
            </a:lvl1pPr>
            <a:lvl2pPr lvl="1" algn="ctr">
              <a:lnSpc>
                <a:spcPct val="100000"/>
              </a:lnSpc>
              <a:spcBef>
                <a:spcPts val="0"/>
              </a:spcBef>
              <a:spcAft>
                <a:spcPts val="0"/>
              </a:spcAft>
              <a:buSzPts val="4200"/>
              <a:buNone/>
              <a:defRPr sz="5600"/>
            </a:lvl2pPr>
            <a:lvl3pPr lvl="2" algn="ctr">
              <a:lnSpc>
                <a:spcPct val="100000"/>
              </a:lnSpc>
              <a:spcBef>
                <a:spcPts val="0"/>
              </a:spcBef>
              <a:spcAft>
                <a:spcPts val="0"/>
              </a:spcAft>
              <a:buSzPts val="4200"/>
              <a:buNone/>
              <a:defRPr sz="5600"/>
            </a:lvl3pPr>
            <a:lvl4pPr lvl="3" algn="ctr">
              <a:lnSpc>
                <a:spcPct val="100000"/>
              </a:lnSpc>
              <a:spcBef>
                <a:spcPts val="0"/>
              </a:spcBef>
              <a:spcAft>
                <a:spcPts val="0"/>
              </a:spcAft>
              <a:buSzPts val="4200"/>
              <a:buNone/>
              <a:defRPr sz="5600"/>
            </a:lvl4pPr>
            <a:lvl5pPr lvl="4" algn="ctr">
              <a:lnSpc>
                <a:spcPct val="100000"/>
              </a:lnSpc>
              <a:spcBef>
                <a:spcPts val="0"/>
              </a:spcBef>
              <a:spcAft>
                <a:spcPts val="0"/>
              </a:spcAft>
              <a:buSzPts val="4200"/>
              <a:buNone/>
              <a:defRPr sz="5600"/>
            </a:lvl5pPr>
            <a:lvl6pPr lvl="5" algn="ctr">
              <a:lnSpc>
                <a:spcPct val="100000"/>
              </a:lnSpc>
              <a:spcBef>
                <a:spcPts val="0"/>
              </a:spcBef>
              <a:spcAft>
                <a:spcPts val="0"/>
              </a:spcAft>
              <a:buSzPts val="4200"/>
              <a:buNone/>
              <a:defRPr sz="5600"/>
            </a:lvl6pPr>
            <a:lvl7pPr lvl="6" algn="ctr">
              <a:lnSpc>
                <a:spcPct val="100000"/>
              </a:lnSpc>
              <a:spcBef>
                <a:spcPts val="0"/>
              </a:spcBef>
              <a:spcAft>
                <a:spcPts val="0"/>
              </a:spcAft>
              <a:buSzPts val="4200"/>
              <a:buNone/>
              <a:defRPr sz="5600"/>
            </a:lvl7pPr>
            <a:lvl8pPr lvl="7" algn="ctr">
              <a:lnSpc>
                <a:spcPct val="100000"/>
              </a:lnSpc>
              <a:spcBef>
                <a:spcPts val="0"/>
              </a:spcBef>
              <a:spcAft>
                <a:spcPts val="0"/>
              </a:spcAft>
              <a:buSzPts val="4200"/>
              <a:buNone/>
              <a:defRPr sz="5600"/>
            </a:lvl8pPr>
            <a:lvl9pPr lvl="8" algn="ctr">
              <a:lnSpc>
                <a:spcPct val="100000"/>
              </a:lnSpc>
              <a:spcBef>
                <a:spcPts val="0"/>
              </a:spcBef>
              <a:spcAft>
                <a:spcPts val="0"/>
              </a:spcAft>
              <a:buSzPts val="4200"/>
              <a:buNone/>
              <a:defRPr sz="5600"/>
            </a:lvl9pPr>
          </a:lstStyle>
          <a:p/>
        </p:txBody>
      </p:sp>
      <p:sp>
        <p:nvSpPr>
          <p:cNvPr id="42" name="Google Shape;42;p69"/>
          <p:cNvSpPr txBox="1"/>
          <p:nvPr>
            <p:ph idx="1" type="subTitle"/>
          </p:nvPr>
        </p:nvSpPr>
        <p:spPr>
          <a:xfrm>
            <a:off x="354000" y="3737433"/>
            <a:ext cx="5393600" cy="16468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800"/>
            </a:lvl1pPr>
            <a:lvl2pPr lvl="1" algn="ctr">
              <a:lnSpc>
                <a:spcPct val="100000"/>
              </a:lnSpc>
              <a:spcBef>
                <a:spcPts val="0"/>
              </a:spcBef>
              <a:spcAft>
                <a:spcPts val="0"/>
              </a:spcAft>
              <a:buSzPts val="2100"/>
              <a:buNone/>
              <a:defRPr sz="2800"/>
            </a:lvl2pPr>
            <a:lvl3pPr lvl="2" algn="ctr">
              <a:lnSpc>
                <a:spcPct val="100000"/>
              </a:lnSpc>
              <a:spcBef>
                <a:spcPts val="0"/>
              </a:spcBef>
              <a:spcAft>
                <a:spcPts val="0"/>
              </a:spcAft>
              <a:buSzPts val="2100"/>
              <a:buNone/>
              <a:defRPr sz="2800"/>
            </a:lvl3pPr>
            <a:lvl4pPr lvl="3" algn="ctr">
              <a:lnSpc>
                <a:spcPct val="100000"/>
              </a:lnSpc>
              <a:spcBef>
                <a:spcPts val="0"/>
              </a:spcBef>
              <a:spcAft>
                <a:spcPts val="0"/>
              </a:spcAft>
              <a:buSzPts val="2100"/>
              <a:buNone/>
              <a:defRPr sz="2800"/>
            </a:lvl4pPr>
            <a:lvl5pPr lvl="4" algn="ctr">
              <a:lnSpc>
                <a:spcPct val="100000"/>
              </a:lnSpc>
              <a:spcBef>
                <a:spcPts val="0"/>
              </a:spcBef>
              <a:spcAft>
                <a:spcPts val="0"/>
              </a:spcAft>
              <a:buSzPts val="2100"/>
              <a:buNone/>
              <a:defRPr sz="2800"/>
            </a:lvl5pPr>
            <a:lvl6pPr lvl="5" algn="ctr">
              <a:lnSpc>
                <a:spcPct val="100000"/>
              </a:lnSpc>
              <a:spcBef>
                <a:spcPts val="0"/>
              </a:spcBef>
              <a:spcAft>
                <a:spcPts val="0"/>
              </a:spcAft>
              <a:buSzPts val="2100"/>
              <a:buNone/>
              <a:defRPr sz="2800"/>
            </a:lvl6pPr>
            <a:lvl7pPr lvl="6" algn="ctr">
              <a:lnSpc>
                <a:spcPct val="100000"/>
              </a:lnSpc>
              <a:spcBef>
                <a:spcPts val="0"/>
              </a:spcBef>
              <a:spcAft>
                <a:spcPts val="0"/>
              </a:spcAft>
              <a:buSzPts val="2100"/>
              <a:buNone/>
              <a:defRPr sz="2800"/>
            </a:lvl7pPr>
            <a:lvl8pPr lvl="7" algn="ctr">
              <a:lnSpc>
                <a:spcPct val="100000"/>
              </a:lnSpc>
              <a:spcBef>
                <a:spcPts val="0"/>
              </a:spcBef>
              <a:spcAft>
                <a:spcPts val="0"/>
              </a:spcAft>
              <a:buSzPts val="2100"/>
              <a:buNone/>
              <a:defRPr sz="2800"/>
            </a:lvl8pPr>
            <a:lvl9pPr lvl="8" algn="ctr">
              <a:lnSpc>
                <a:spcPct val="100000"/>
              </a:lnSpc>
              <a:spcBef>
                <a:spcPts val="0"/>
              </a:spcBef>
              <a:spcAft>
                <a:spcPts val="0"/>
              </a:spcAft>
              <a:buSzPts val="2100"/>
              <a:buNone/>
              <a:defRPr sz="2800"/>
            </a:lvl9pPr>
          </a:lstStyle>
          <a:p/>
        </p:txBody>
      </p:sp>
      <p:sp>
        <p:nvSpPr>
          <p:cNvPr id="43" name="Google Shape;43;p69"/>
          <p:cNvSpPr txBox="1"/>
          <p:nvPr>
            <p:ph idx="2" type="body"/>
          </p:nvPr>
        </p:nvSpPr>
        <p:spPr>
          <a:xfrm>
            <a:off x="6586000" y="965433"/>
            <a:ext cx="5116000" cy="49268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4" name="Google Shape;44;p69"/>
          <p:cNvSpPr txBox="1"/>
          <p:nvPr>
            <p:ph idx="12" type="sldNum"/>
          </p:nvPr>
        </p:nvSpPr>
        <p:spPr>
          <a:xfrm>
            <a:off x="11296611" y="6217623"/>
            <a:ext cx="731600" cy="524800"/>
          </a:xfrm>
          <a:prstGeom prst="rect">
            <a:avLst/>
          </a:prstGeom>
          <a:noFill/>
          <a:ln>
            <a:noFill/>
          </a:ln>
        </p:spPr>
        <p:txBody>
          <a:bodyPr anchorCtr="0" anchor="ctr" bIns="91425" lIns="91425" spcFirstLastPara="1" rIns="91425" wrap="square" tIns="91425">
            <a:normAutofit/>
          </a:bodyPr>
          <a:lstStyle>
            <a:lvl1pPr indent="0" lvl="0" marL="0" algn="r">
              <a:buClr>
                <a:schemeClr val="dk2"/>
              </a:buClr>
              <a:buSzPts val="1333"/>
              <a:buFont typeface="Arial"/>
              <a:buNone/>
              <a:defRPr sz="1333">
                <a:solidFill>
                  <a:schemeClr val="dk2"/>
                </a:solidFill>
                <a:latin typeface="Arial"/>
                <a:ea typeface="Arial"/>
                <a:cs typeface="Arial"/>
                <a:sym typeface="Arial"/>
              </a:defRPr>
            </a:lvl1pPr>
            <a:lvl2pPr indent="0" lvl="1" marL="0" algn="r">
              <a:buClr>
                <a:schemeClr val="dk2"/>
              </a:buClr>
              <a:buSzPts val="1333"/>
              <a:buFont typeface="Arial"/>
              <a:buNone/>
              <a:defRPr sz="1333">
                <a:solidFill>
                  <a:schemeClr val="dk2"/>
                </a:solidFill>
                <a:latin typeface="Arial"/>
                <a:ea typeface="Arial"/>
                <a:cs typeface="Arial"/>
                <a:sym typeface="Arial"/>
              </a:defRPr>
            </a:lvl2pPr>
            <a:lvl3pPr indent="0" lvl="2" marL="0" algn="r">
              <a:buClr>
                <a:schemeClr val="dk2"/>
              </a:buClr>
              <a:buSzPts val="1333"/>
              <a:buFont typeface="Arial"/>
              <a:buNone/>
              <a:defRPr sz="1333">
                <a:solidFill>
                  <a:schemeClr val="dk2"/>
                </a:solidFill>
                <a:latin typeface="Arial"/>
                <a:ea typeface="Arial"/>
                <a:cs typeface="Arial"/>
                <a:sym typeface="Arial"/>
              </a:defRPr>
            </a:lvl3pPr>
            <a:lvl4pPr indent="0" lvl="3" marL="0" algn="r">
              <a:buClr>
                <a:schemeClr val="dk2"/>
              </a:buClr>
              <a:buSzPts val="1333"/>
              <a:buFont typeface="Arial"/>
              <a:buNone/>
              <a:defRPr sz="1333">
                <a:solidFill>
                  <a:schemeClr val="dk2"/>
                </a:solidFill>
                <a:latin typeface="Arial"/>
                <a:ea typeface="Arial"/>
                <a:cs typeface="Arial"/>
                <a:sym typeface="Arial"/>
              </a:defRPr>
            </a:lvl4pPr>
            <a:lvl5pPr indent="0" lvl="4" marL="0" algn="r">
              <a:buClr>
                <a:schemeClr val="dk2"/>
              </a:buClr>
              <a:buSzPts val="1333"/>
              <a:buFont typeface="Arial"/>
              <a:buNone/>
              <a:defRPr sz="1333">
                <a:solidFill>
                  <a:schemeClr val="dk2"/>
                </a:solidFill>
                <a:latin typeface="Arial"/>
                <a:ea typeface="Arial"/>
                <a:cs typeface="Arial"/>
                <a:sym typeface="Arial"/>
              </a:defRPr>
            </a:lvl5pPr>
            <a:lvl6pPr indent="0" lvl="5" marL="0" algn="r">
              <a:buClr>
                <a:schemeClr val="dk2"/>
              </a:buClr>
              <a:buSzPts val="1333"/>
              <a:buFont typeface="Arial"/>
              <a:buNone/>
              <a:defRPr sz="1333">
                <a:solidFill>
                  <a:schemeClr val="dk2"/>
                </a:solidFill>
                <a:latin typeface="Arial"/>
                <a:ea typeface="Arial"/>
                <a:cs typeface="Arial"/>
                <a:sym typeface="Arial"/>
              </a:defRPr>
            </a:lvl6pPr>
            <a:lvl7pPr indent="0" lvl="6" marL="0" algn="r">
              <a:buClr>
                <a:schemeClr val="dk2"/>
              </a:buClr>
              <a:buSzPts val="1333"/>
              <a:buFont typeface="Arial"/>
              <a:buNone/>
              <a:defRPr sz="1333">
                <a:solidFill>
                  <a:schemeClr val="dk2"/>
                </a:solidFill>
                <a:latin typeface="Arial"/>
                <a:ea typeface="Arial"/>
                <a:cs typeface="Arial"/>
                <a:sym typeface="Arial"/>
              </a:defRPr>
            </a:lvl7pPr>
            <a:lvl8pPr indent="0" lvl="7" marL="0" algn="r">
              <a:buClr>
                <a:schemeClr val="dk2"/>
              </a:buClr>
              <a:buSzPts val="1333"/>
              <a:buFont typeface="Arial"/>
              <a:buNone/>
              <a:defRPr sz="1333">
                <a:solidFill>
                  <a:schemeClr val="dk2"/>
                </a:solidFill>
                <a:latin typeface="Arial"/>
                <a:ea typeface="Arial"/>
                <a:cs typeface="Arial"/>
                <a:sym typeface="Arial"/>
              </a:defRPr>
            </a:lvl8pPr>
            <a:lvl9pPr indent="0" lvl="8" marL="0" algn="r">
              <a:buClr>
                <a:schemeClr val="dk2"/>
              </a:buClr>
              <a:buSzPts val="1333"/>
              <a:buFont typeface="Arial"/>
              <a:buNone/>
              <a:defRPr sz="1333">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
    <p:spTree>
      <p:nvGrpSpPr>
        <p:cNvPr id="45" name="Shape 45"/>
        <p:cNvGrpSpPr/>
        <p:nvPr/>
      </p:nvGrpSpPr>
      <p:grpSpPr>
        <a:xfrm>
          <a:off x="0" y="0"/>
          <a:ext cx="0" cy="0"/>
          <a:chOff x="0" y="0"/>
          <a:chExt cx="0" cy="0"/>
        </a:xfrm>
      </p:grpSpPr>
      <p:sp>
        <p:nvSpPr>
          <p:cNvPr id="46" name="Google Shape;46;p70"/>
          <p:cNvSpPr txBox="1"/>
          <p:nvPr>
            <p:ph idx="1" type="body"/>
          </p:nvPr>
        </p:nvSpPr>
        <p:spPr>
          <a:xfrm>
            <a:off x="415600" y="5640767"/>
            <a:ext cx="7998400" cy="806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7" name="Google Shape;47;p70"/>
          <p:cNvSpPr txBox="1"/>
          <p:nvPr>
            <p:ph idx="12" type="sldNum"/>
          </p:nvPr>
        </p:nvSpPr>
        <p:spPr>
          <a:xfrm>
            <a:off x="11296611" y="6217623"/>
            <a:ext cx="731600" cy="524800"/>
          </a:xfrm>
          <a:prstGeom prst="rect">
            <a:avLst/>
          </a:prstGeom>
          <a:noFill/>
          <a:ln>
            <a:noFill/>
          </a:ln>
        </p:spPr>
        <p:txBody>
          <a:bodyPr anchorCtr="0" anchor="ctr" bIns="91425" lIns="91425" spcFirstLastPara="1" rIns="91425" wrap="square" tIns="91425">
            <a:normAutofit/>
          </a:bodyPr>
          <a:lstStyle>
            <a:lvl1pPr indent="0" lvl="0" marL="0" algn="r">
              <a:buClr>
                <a:schemeClr val="dk2"/>
              </a:buClr>
              <a:buSzPts val="1333"/>
              <a:buFont typeface="Arial"/>
              <a:buNone/>
              <a:defRPr sz="1333">
                <a:solidFill>
                  <a:schemeClr val="dk2"/>
                </a:solidFill>
                <a:latin typeface="Arial"/>
                <a:ea typeface="Arial"/>
                <a:cs typeface="Arial"/>
                <a:sym typeface="Arial"/>
              </a:defRPr>
            </a:lvl1pPr>
            <a:lvl2pPr indent="0" lvl="1" marL="0" algn="r">
              <a:buClr>
                <a:schemeClr val="dk2"/>
              </a:buClr>
              <a:buSzPts val="1333"/>
              <a:buFont typeface="Arial"/>
              <a:buNone/>
              <a:defRPr sz="1333">
                <a:solidFill>
                  <a:schemeClr val="dk2"/>
                </a:solidFill>
                <a:latin typeface="Arial"/>
                <a:ea typeface="Arial"/>
                <a:cs typeface="Arial"/>
                <a:sym typeface="Arial"/>
              </a:defRPr>
            </a:lvl2pPr>
            <a:lvl3pPr indent="0" lvl="2" marL="0" algn="r">
              <a:buClr>
                <a:schemeClr val="dk2"/>
              </a:buClr>
              <a:buSzPts val="1333"/>
              <a:buFont typeface="Arial"/>
              <a:buNone/>
              <a:defRPr sz="1333">
                <a:solidFill>
                  <a:schemeClr val="dk2"/>
                </a:solidFill>
                <a:latin typeface="Arial"/>
                <a:ea typeface="Arial"/>
                <a:cs typeface="Arial"/>
                <a:sym typeface="Arial"/>
              </a:defRPr>
            </a:lvl3pPr>
            <a:lvl4pPr indent="0" lvl="3" marL="0" algn="r">
              <a:buClr>
                <a:schemeClr val="dk2"/>
              </a:buClr>
              <a:buSzPts val="1333"/>
              <a:buFont typeface="Arial"/>
              <a:buNone/>
              <a:defRPr sz="1333">
                <a:solidFill>
                  <a:schemeClr val="dk2"/>
                </a:solidFill>
                <a:latin typeface="Arial"/>
                <a:ea typeface="Arial"/>
                <a:cs typeface="Arial"/>
                <a:sym typeface="Arial"/>
              </a:defRPr>
            </a:lvl4pPr>
            <a:lvl5pPr indent="0" lvl="4" marL="0" algn="r">
              <a:buClr>
                <a:schemeClr val="dk2"/>
              </a:buClr>
              <a:buSzPts val="1333"/>
              <a:buFont typeface="Arial"/>
              <a:buNone/>
              <a:defRPr sz="1333">
                <a:solidFill>
                  <a:schemeClr val="dk2"/>
                </a:solidFill>
                <a:latin typeface="Arial"/>
                <a:ea typeface="Arial"/>
                <a:cs typeface="Arial"/>
                <a:sym typeface="Arial"/>
              </a:defRPr>
            </a:lvl5pPr>
            <a:lvl6pPr indent="0" lvl="5" marL="0" algn="r">
              <a:buClr>
                <a:schemeClr val="dk2"/>
              </a:buClr>
              <a:buSzPts val="1333"/>
              <a:buFont typeface="Arial"/>
              <a:buNone/>
              <a:defRPr sz="1333">
                <a:solidFill>
                  <a:schemeClr val="dk2"/>
                </a:solidFill>
                <a:latin typeface="Arial"/>
                <a:ea typeface="Arial"/>
                <a:cs typeface="Arial"/>
                <a:sym typeface="Arial"/>
              </a:defRPr>
            </a:lvl6pPr>
            <a:lvl7pPr indent="0" lvl="6" marL="0" algn="r">
              <a:buClr>
                <a:schemeClr val="dk2"/>
              </a:buClr>
              <a:buSzPts val="1333"/>
              <a:buFont typeface="Arial"/>
              <a:buNone/>
              <a:defRPr sz="1333">
                <a:solidFill>
                  <a:schemeClr val="dk2"/>
                </a:solidFill>
                <a:latin typeface="Arial"/>
                <a:ea typeface="Arial"/>
                <a:cs typeface="Arial"/>
                <a:sym typeface="Arial"/>
              </a:defRPr>
            </a:lvl7pPr>
            <a:lvl8pPr indent="0" lvl="7" marL="0" algn="r">
              <a:buClr>
                <a:schemeClr val="dk2"/>
              </a:buClr>
              <a:buSzPts val="1333"/>
              <a:buFont typeface="Arial"/>
              <a:buNone/>
              <a:defRPr sz="1333">
                <a:solidFill>
                  <a:schemeClr val="dk2"/>
                </a:solidFill>
                <a:latin typeface="Arial"/>
                <a:ea typeface="Arial"/>
                <a:cs typeface="Arial"/>
                <a:sym typeface="Arial"/>
              </a:defRPr>
            </a:lvl8pPr>
            <a:lvl9pPr indent="0" lvl="8" marL="0" algn="r">
              <a:buClr>
                <a:schemeClr val="dk2"/>
              </a:buClr>
              <a:buSzPts val="1333"/>
              <a:buFont typeface="Arial"/>
              <a:buNone/>
              <a:defRPr sz="1333">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 number">
    <p:spTree>
      <p:nvGrpSpPr>
        <p:cNvPr id="48" name="Shape 48"/>
        <p:cNvGrpSpPr/>
        <p:nvPr/>
      </p:nvGrpSpPr>
      <p:grpSpPr>
        <a:xfrm>
          <a:off x="0" y="0"/>
          <a:ext cx="0" cy="0"/>
          <a:chOff x="0" y="0"/>
          <a:chExt cx="0" cy="0"/>
        </a:xfrm>
      </p:grpSpPr>
      <p:sp>
        <p:nvSpPr>
          <p:cNvPr id="49" name="Google Shape;49;p71"/>
          <p:cNvSpPr txBox="1"/>
          <p:nvPr>
            <p:ph type="title"/>
          </p:nvPr>
        </p:nvSpPr>
        <p:spPr>
          <a:xfrm>
            <a:off x="415600" y="1474833"/>
            <a:ext cx="11360800" cy="26180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6000"/>
            </a:lvl1pPr>
            <a:lvl2pPr lvl="1" algn="ctr">
              <a:lnSpc>
                <a:spcPct val="100000"/>
              </a:lnSpc>
              <a:spcBef>
                <a:spcPts val="0"/>
              </a:spcBef>
              <a:spcAft>
                <a:spcPts val="0"/>
              </a:spcAft>
              <a:buSzPts val="12000"/>
              <a:buNone/>
              <a:defRPr sz="16000"/>
            </a:lvl2pPr>
            <a:lvl3pPr lvl="2" algn="ctr">
              <a:lnSpc>
                <a:spcPct val="100000"/>
              </a:lnSpc>
              <a:spcBef>
                <a:spcPts val="0"/>
              </a:spcBef>
              <a:spcAft>
                <a:spcPts val="0"/>
              </a:spcAft>
              <a:buSzPts val="12000"/>
              <a:buNone/>
              <a:defRPr sz="16000"/>
            </a:lvl3pPr>
            <a:lvl4pPr lvl="3" algn="ctr">
              <a:lnSpc>
                <a:spcPct val="100000"/>
              </a:lnSpc>
              <a:spcBef>
                <a:spcPts val="0"/>
              </a:spcBef>
              <a:spcAft>
                <a:spcPts val="0"/>
              </a:spcAft>
              <a:buSzPts val="12000"/>
              <a:buNone/>
              <a:defRPr sz="16000"/>
            </a:lvl4pPr>
            <a:lvl5pPr lvl="4" algn="ctr">
              <a:lnSpc>
                <a:spcPct val="100000"/>
              </a:lnSpc>
              <a:spcBef>
                <a:spcPts val="0"/>
              </a:spcBef>
              <a:spcAft>
                <a:spcPts val="0"/>
              </a:spcAft>
              <a:buSzPts val="12000"/>
              <a:buNone/>
              <a:defRPr sz="16000"/>
            </a:lvl5pPr>
            <a:lvl6pPr lvl="5" algn="ctr">
              <a:lnSpc>
                <a:spcPct val="100000"/>
              </a:lnSpc>
              <a:spcBef>
                <a:spcPts val="0"/>
              </a:spcBef>
              <a:spcAft>
                <a:spcPts val="0"/>
              </a:spcAft>
              <a:buSzPts val="12000"/>
              <a:buNone/>
              <a:defRPr sz="16000"/>
            </a:lvl6pPr>
            <a:lvl7pPr lvl="6" algn="ctr">
              <a:lnSpc>
                <a:spcPct val="100000"/>
              </a:lnSpc>
              <a:spcBef>
                <a:spcPts val="0"/>
              </a:spcBef>
              <a:spcAft>
                <a:spcPts val="0"/>
              </a:spcAft>
              <a:buSzPts val="12000"/>
              <a:buNone/>
              <a:defRPr sz="16000"/>
            </a:lvl7pPr>
            <a:lvl8pPr lvl="7" algn="ctr">
              <a:lnSpc>
                <a:spcPct val="100000"/>
              </a:lnSpc>
              <a:spcBef>
                <a:spcPts val="0"/>
              </a:spcBef>
              <a:spcAft>
                <a:spcPts val="0"/>
              </a:spcAft>
              <a:buSzPts val="12000"/>
              <a:buNone/>
              <a:defRPr sz="16000"/>
            </a:lvl8pPr>
            <a:lvl9pPr lvl="8" algn="ctr">
              <a:lnSpc>
                <a:spcPct val="100000"/>
              </a:lnSpc>
              <a:spcBef>
                <a:spcPts val="0"/>
              </a:spcBef>
              <a:spcAft>
                <a:spcPts val="0"/>
              </a:spcAft>
              <a:buSzPts val="12000"/>
              <a:buNone/>
              <a:defRPr sz="16000"/>
            </a:lvl9pPr>
          </a:lstStyle>
          <a:p/>
        </p:txBody>
      </p:sp>
      <p:sp>
        <p:nvSpPr>
          <p:cNvPr id="50" name="Google Shape;50;p71"/>
          <p:cNvSpPr txBox="1"/>
          <p:nvPr>
            <p:ph idx="1" type="body"/>
          </p:nvPr>
        </p:nvSpPr>
        <p:spPr>
          <a:xfrm>
            <a:off x="415600" y="4202967"/>
            <a:ext cx="11360800" cy="17344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51" name="Google Shape;51;p71"/>
          <p:cNvSpPr txBox="1"/>
          <p:nvPr>
            <p:ph idx="12" type="sldNum"/>
          </p:nvPr>
        </p:nvSpPr>
        <p:spPr>
          <a:xfrm>
            <a:off x="11296611" y="6217623"/>
            <a:ext cx="731600" cy="524800"/>
          </a:xfrm>
          <a:prstGeom prst="rect">
            <a:avLst/>
          </a:prstGeom>
          <a:noFill/>
          <a:ln>
            <a:noFill/>
          </a:ln>
        </p:spPr>
        <p:txBody>
          <a:bodyPr anchorCtr="0" anchor="ctr" bIns="91425" lIns="91425" spcFirstLastPara="1" rIns="91425" wrap="square" tIns="91425">
            <a:normAutofit/>
          </a:bodyPr>
          <a:lstStyle>
            <a:lvl1pPr indent="0" lvl="0" marL="0" algn="r">
              <a:buClr>
                <a:schemeClr val="dk2"/>
              </a:buClr>
              <a:buSzPts val="1333"/>
              <a:buFont typeface="Arial"/>
              <a:buNone/>
              <a:defRPr sz="1333">
                <a:solidFill>
                  <a:schemeClr val="dk2"/>
                </a:solidFill>
                <a:latin typeface="Arial"/>
                <a:ea typeface="Arial"/>
                <a:cs typeface="Arial"/>
                <a:sym typeface="Arial"/>
              </a:defRPr>
            </a:lvl1pPr>
            <a:lvl2pPr indent="0" lvl="1" marL="0" algn="r">
              <a:buClr>
                <a:schemeClr val="dk2"/>
              </a:buClr>
              <a:buSzPts val="1333"/>
              <a:buFont typeface="Arial"/>
              <a:buNone/>
              <a:defRPr sz="1333">
                <a:solidFill>
                  <a:schemeClr val="dk2"/>
                </a:solidFill>
                <a:latin typeface="Arial"/>
                <a:ea typeface="Arial"/>
                <a:cs typeface="Arial"/>
                <a:sym typeface="Arial"/>
              </a:defRPr>
            </a:lvl2pPr>
            <a:lvl3pPr indent="0" lvl="2" marL="0" algn="r">
              <a:buClr>
                <a:schemeClr val="dk2"/>
              </a:buClr>
              <a:buSzPts val="1333"/>
              <a:buFont typeface="Arial"/>
              <a:buNone/>
              <a:defRPr sz="1333">
                <a:solidFill>
                  <a:schemeClr val="dk2"/>
                </a:solidFill>
                <a:latin typeface="Arial"/>
                <a:ea typeface="Arial"/>
                <a:cs typeface="Arial"/>
                <a:sym typeface="Arial"/>
              </a:defRPr>
            </a:lvl3pPr>
            <a:lvl4pPr indent="0" lvl="3" marL="0" algn="r">
              <a:buClr>
                <a:schemeClr val="dk2"/>
              </a:buClr>
              <a:buSzPts val="1333"/>
              <a:buFont typeface="Arial"/>
              <a:buNone/>
              <a:defRPr sz="1333">
                <a:solidFill>
                  <a:schemeClr val="dk2"/>
                </a:solidFill>
                <a:latin typeface="Arial"/>
                <a:ea typeface="Arial"/>
                <a:cs typeface="Arial"/>
                <a:sym typeface="Arial"/>
              </a:defRPr>
            </a:lvl4pPr>
            <a:lvl5pPr indent="0" lvl="4" marL="0" algn="r">
              <a:buClr>
                <a:schemeClr val="dk2"/>
              </a:buClr>
              <a:buSzPts val="1333"/>
              <a:buFont typeface="Arial"/>
              <a:buNone/>
              <a:defRPr sz="1333">
                <a:solidFill>
                  <a:schemeClr val="dk2"/>
                </a:solidFill>
                <a:latin typeface="Arial"/>
                <a:ea typeface="Arial"/>
                <a:cs typeface="Arial"/>
                <a:sym typeface="Arial"/>
              </a:defRPr>
            </a:lvl5pPr>
            <a:lvl6pPr indent="0" lvl="5" marL="0" algn="r">
              <a:buClr>
                <a:schemeClr val="dk2"/>
              </a:buClr>
              <a:buSzPts val="1333"/>
              <a:buFont typeface="Arial"/>
              <a:buNone/>
              <a:defRPr sz="1333">
                <a:solidFill>
                  <a:schemeClr val="dk2"/>
                </a:solidFill>
                <a:latin typeface="Arial"/>
                <a:ea typeface="Arial"/>
                <a:cs typeface="Arial"/>
                <a:sym typeface="Arial"/>
              </a:defRPr>
            </a:lvl6pPr>
            <a:lvl7pPr indent="0" lvl="6" marL="0" algn="r">
              <a:buClr>
                <a:schemeClr val="dk2"/>
              </a:buClr>
              <a:buSzPts val="1333"/>
              <a:buFont typeface="Arial"/>
              <a:buNone/>
              <a:defRPr sz="1333">
                <a:solidFill>
                  <a:schemeClr val="dk2"/>
                </a:solidFill>
                <a:latin typeface="Arial"/>
                <a:ea typeface="Arial"/>
                <a:cs typeface="Arial"/>
                <a:sym typeface="Arial"/>
              </a:defRPr>
            </a:lvl7pPr>
            <a:lvl8pPr indent="0" lvl="7" marL="0" algn="r">
              <a:buClr>
                <a:schemeClr val="dk2"/>
              </a:buClr>
              <a:buSzPts val="1333"/>
              <a:buFont typeface="Arial"/>
              <a:buNone/>
              <a:defRPr sz="1333">
                <a:solidFill>
                  <a:schemeClr val="dk2"/>
                </a:solidFill>
                <a:latin typeface="Arial"/>
                <a:ea typeface="Arial"/>
                <a:cs typeface="Arial"/>
                <a:sym typeface="Arial"/>
              </a:defRPr>
            </a:lvl8pPr>
            <a:lvl9pPr indent="0" lvl="8" marL="0" algn="r">
              <a:buClr>
                <a:schemeClr val="dk2"/>
              </a:buClr>
              <a:buSzPts val="1333"/>
              <a:buFont typeface="Arial"/>
              <a:buNone/>
              <a:defRPr sz="1333">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2" name="Shape 52"/>
        <p:cNvGrpSpPr/>
        <p:nvPr/>
      </p:nvGrpSpPr>
      <p:grpSpPr>
        <a:xfrm>
          <a:off x="0" y="0"/>
          <a:ext cx="0" cy="0"/>
          <a:chOff x="0" y="0"/>
          <a:chExt cx="0" cy="0"/>
        </a:xfrm>
      </p:grpSpPr>
      <p:sp>
        <p:nvSpPr>
          <p:cNvPr id="53" name="Google Shape;53;p72"/>
          <p:cNvSpPr txBox="1"/>
          <p:nvPr>
            <p:ph idx="12" type="sldNum"/>
          </p:nvPr>
        </p:nvSpPr>
        <p:spPr>
          <a:xfrm>
            <a:off x="11296611" y="6217623"/>
            <a:ext cx="731600" cy="524800"/>
          </a:xfrm>
          <a:prstGeom prst="rect">
            <a:avLst/>
          </a:prstGeom>
          <a:noFill/>
          <a:ln>
            <a:noFill/>
          </a:ln>
        </p:spPr>
        <p:txBody>
          <a:bodyPr anchorCtr="0" anchor="ctr" bIns="91425" lIns="91425" spcFirstLastPara="1" rIns="91425" wrap="square" tIns="91425">
            <a:normAutofit/>
          </a:bodyPr>
          <a:lstStyle>
            <a:lvl1pPr indent="0" lvl="0" marL="0" algn="r">
              <a:buClr>
                <a:schemeClr val="dk2"/>
              </a:buClr>
              <a:buSzPts val="1333"/>
              <a:buFont typeface="Arial"/>
              <a:buNone/>
              <a:defRPr sz="1333">
                <a:solidFill>
                  <a:schemeClr val="dk2"/>
                </a:solidFill>
                <a:latin typeface="Arial"/>
                <a:ea typeface="Arial"/>
                <a:cs typeface="Arial"/>
                <a:sym typeface="Arial"/>
              </a:defRPr>
            </a:lvl1pPr>
            <a:lvl2pPr indent="0" lvl="1" marL="0" algn="r">
              <a:buClr>
                <a:schemeClr val="dk2"/>
              </a:buClr>
              <a:buSzPts val="1333"/>
              <a:buFont typeface="Arial"/>
              <a:buNone/>
              <a:defRPr sz="1333">
                <a:solidFill>
                  <a:schemeClr val="dk2"/>
                </a:solidFill>
                <a:latin typeface="Arial"/>
                <a:ea typeface="Arial"/>
                <a:cs typeface="Arial"/>
                <a:sym typeface="Arial"/>
              </a:defRPr>
            </a:lvl2pPr>
            <a:lvl3pPr indent="0" lvl="2" marL="0" algn="r">
              <a:buClr>
                <a:schemeClr val="dk2"/>
              </a:buClr>
              <a:buSzPts val="1333"/>
              <a:buFont typeface="Arial"/>
              <a:buNone/>
              <a:defRPr sz="1333">
                <a:solidFill>
                  <a:schemeClr val="dk2"/>
                </a:solidFill>
                <a:latin typeface="Arial"/>
                <a:ea typeface="Arial"/>
                <a:cs typeface="Arial"/>
                <a:sym typeface="Arial"/>
              </a:defRPr>
            </a:lvl3pPr>
            <a:lvl4pPr indent="0" lvl="3" marL="0" algn="r">
              <a:buClr>
                <a:schemeClr val="dk2"/>
              </a:buClr>
              <a:buSzPts val="1333"/>
              <a:buFont typeface="Arial"/>
              <a:buNone/>
              <a:defRPr sz="1333">
                <a:solidFill>
                  <a:schemeClr val="dk2"/>
                </a:solidFill>
                <a:latin typeface="Arial"/>
                <a:ea typeface="Arial"/>
                <a:cs typeface="Arial"/>
                <a:sym typeface="Arial"/>
              </a:defRPr>
            </a:lvl4pPr>
            <a:lvl5pPr indent="0" lvl="4" marL="0" algn="r">
              <a:buClr>
                <a:schemeClr val="dk2"/>
              </a:buClr>
              <a:buSzPts val="1333"/>
              <a:buFont typeface="Arial"/>
              <a:buNone/>
              <a:defRPr sz="1333">
                <a:solidFill>
                  <a:schemeClr val="dk2"/>
                </a:solidFill>
                <a:latin typeface="Arial"/>
                <a:ea typeface="Arial"/>
                <a:cs typeface="Arial"/>
                <a:sym typeface="Arial"/>
              </a:defRPr>
            </a:lvl5pPr>
            <a:lvl6pPr indent="0" lvl="5" marL="0" algn="r">
              <a:buClr>
                <a:schemeClr val="dk2"/>
              </a:buClr>
              <a:buSzPts val="1333"/>
              <a:buFont typeface="Arial"/>
              <a:buNone/>
              <a:defRPr sz="1333">
                <a:solidFill>
                  <a:schemeClr val="dk2"/>
                </a:solidFill>
                <a:latin typeface="Arial"/>
                <a:ea typeface="Arial"/>
                <a:cs typeface="Arial"/>
                <a:sym typeface="Arial"/>
              </a:defRPr>
            </a:lvl6pPr>
            <a:lvl7pPr indent="0" lvl="6" marL="0" algn="r">
              <a:buClr>
                <a:schemeClr val="dk2"/>
              </a:buClr>
              <a:buSzPts val="1333"/>
              <a:buFont typeface="Arial"/>
              <a:buNone/>
              <a:defRPr sz="1333">
                <a:solidFill>
                  <a:schemeClr val="dk2"/>
                </a:solidFill>
                <a:latin typeface="Arial"/>
                <a:ea typeface="Arial"/>
                <a:cs typeface="Arial"/>
                <a:sym typeface="Arial"/>
              </a:defRPr>
            </a:lvl7pPr>
            <a:lvl8pPr indent="0" lvl="7" marL="0" algn="r">
              <a:buClr>
                <a:schemeClr val="dk2"/>
              </a:buClr>
              <a:buSzPts val="1333"/>
              <a:buFont typeface="Arial"/>
              <a:buNone/>
              <a:defRPr sz="1333">
                <a:solidFill>
                  <a:schemeClr val="dk2"/>
                </a:solidFill>
                <a:latin typeface="Arial"/>
                <a:ea typeface="Arial"/>
                <a:cs typeface="Arial"/>
                <a:sym typeface="Arial"/>
              </a:defRPr>
            </a:lvl8pPr>
            <a:lvl9pPr indent="0" lvl="8" marL="0" algn="r">
              <a:buClr>
                <a:schemeClr val="dk2"/>
              </a:buClr>
              <a:buSzPts val="1333"/>
              <a:buFont typeface="Arial"/>
              <a:buNone/>
              <a:defRPr sz="1333">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 name="Shape 60"/>
        <p:cNvGrpSpPr/>
        <p:nvPr/>
      </p:nvGrpSpPr>
      <p:grpSpPr>
        <a:xfrm>
          <a:off x="0" y="0"/>
          <a:ext cx="0" cy="0"/>
          <a:chOff x="0" y="0"/>
          <a:chExt cx="0" cy="0"/>
        </a:xfrm>
      </p:grpSpPr>
      <p:sp>
        <p:nvSpPr>
          <p:cNvPr id="61" name="Google Shape;61;p52"/>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2" name="Google Shape;62;p52"/>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3" name="Google Shape;63;p5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5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5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6" name="Shape 66"/>
        <p:cNvGrpSpPr/>
        <p:nvPr/>
      </p:nvGrpSpPr>
      <p:grpSpPr>
        <a:xfrm>
          <a:off x="0" y="0"/>
          <a:ext cx="0" cy="0"/>
          <a:chOff x="0" y="0"/>
          <a:chExt cx="0" cy="0"/>
        </a:xfrm>
      </p:grpSpPr>
      <p:sp>
        <p:nvSpPr>
          <p:cNvPr id="67" name="Google Shape;67;p53"/>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8" name="Google Shape;68;p53"/>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69" name="Google Shape;69;p5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5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1" name="Google Shape;71;p5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72" name="Shape 72"/>
        <p:cNvGrpSpPr/>
        <p:nvPr/>
      </p:nvGrpSpPr>
      <p:grpSpPr>
        <a:xfrm>
          <a:off x="0" y="0"/>
          <a:ext cx="0" cy="0"/>
          <a:chOff x="0" y="0"/>
          <a:chExt cx="0" cy="0"/>
        </a:xfrm>
      </p:grpSpPr>
      <p:sp>
        <p:nvSpPr>
          <p:cNvPr id="73" name="Google Shape;73;p54"/>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4" name="Google Shape;74;p54"/>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757575"/>
              </a:buClr>
              <a:buSzPts val="2400"/>
              <a:buNone/>
              <a:defRPr sz="2400">
                <a:solidFill>
                  <a:srgbClr val="757575"/>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75" name="Google Shape;75;p5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5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5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78" name="Shape 78"/>
        <p:cNvGrpSpPr/>
        <p:nvPr/>
      </p:nvGrpSpPr>
      <p:grpSpPr>
        <a:xfrm>
          <a:off x="0" y="0"/>
          <a:ext cx="0" cy="0"/>
          <a:chOff x="0" y="0"/>
          <a:chExt cx="0" cy="0"/>
        </a:xfrm>
      </p:grpSpPr>
      <p:sp>
        <p:nvSpPr>
          <p:cNvPr id="79" name="Google Shape;79;p5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55"/>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1" name="Google Shape;81;p55"/>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2" name="Google Shape;82;p5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5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4" name="Google Shape;84;p5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85" name="Shape 85"/>
        <p:cNvGrpSpPr/>
        <p:nvPr/>
      </p:nvGrpSpPr>
      <p:grpSpPr>
        <a:xfrm>
          <a:off x="0" y="0"/>
          <a:ext cx="0" cy="0"/>
          <a:chOff x="0" y="0"/>
          <a:chExt cx="0" cy="0"/>
        </a:xfrm>
      </p:grpSpPr>
      <p:sp>
        <p:nvSpPr>
          <p:cNvPr id="86" name="Google Shape;86;p56"/>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7" name="Google Shape;87;p56"/>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88" name="Google Shape;88;p56"/>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9" name="Google Shape;89;p56"/>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90" name="Google Shape;90;p56"/>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91" name="Google Shape;91;p5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2" name="Google Shape;92;p5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3" name="Google Shape;93;p5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4" name="Shape 94"/>
        <p:cNvGrpSpPr/>
        <p:nvPr/>
      </p:nvGrpSpPr>
      <p:grpSpPr>
        <a:xfrm>
          <a:off x="0" y="0"/>
          <a:ext cx="0" cy="0"/>
          <a:chOff x="0" y="0"/>
          <a:chExt cx="0" cy="0"/>
        </a:xfrm>
      </p:grpSpPr>
      <p:sp>
        <p:nvSpPr>
          <p:cNvPr id="95" name="Google Shape;95;p5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6" name="Google Shape;96;p5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7" name="Google Shape;97;p5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8" name="Google Shape;98;p5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9" name="Shape 99"/>
        <p:cNvGrpSpPr/>
        <p:nvPr/>
      </p:nvGrpSpPr>
      <p:grpSpPr>
        <a:xfrm>
          <a:off x="0" y="0"/>
          <a:ext cx="0" cy="0"/>
          <a:chOff x="0" y="0"/>
          <a:chExt cx="0" cy="0"/>
        </a:xfrm>
      </p:grpSpPr>
      <p:sp>
        <p:nvSpPr>
          <p:cNvPr id="100" name="Google Shape;100;p5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1" name="Google Shape;101;p5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2" name="Google Shape;102;p5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03" name="Shape 103"/>
        <p:cNvGrpSpPr/>
        <p:nvPr/>
      </p:nvGrpSpPr>
      <p:grpSpPr>
        <a:xfrm>
          <a:off x="0" y="0"/>
          <a:ext cx="0" cy="0"/>
          <a:chOff x="0" y="0"/>
          <a:chExt cx="0" cy="0"/>
        </a:xfrm>
      </p:grpSpPr>
      <p:sp>
        <p:nvSpPr>
          <p:cNvPr id="104" name="Google Shape;104;p59"/>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5" name="Google Shape;105;p59"/>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106" name="Google Shape;106;p59"/>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107" name="Google Shape;107;p5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8" name="Google Shape;108;p5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9" name="Google Shape;109;p5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10" name="Shape 110"/>
        <p:cNvGrpSpPr/>
        <p:nvPr/>
      </p:nvGrpSpPr>
      <p:grpSpPr>
        <a:xfrm>
          <a:off x="0" y="0"/>
          <a:ext cx="0" cy="0"/>
          <a:chOff x="0" y="0"/>
          <a:chExt cx="0" cy="0"/>
        </a:xfrm>
      </p:grpSpPr>
      <p:sp>
        <p:nvSpPr>
          <p:cNvPr id="111" name="Google Shape;111;p6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2" name="Google Shape;112;p60"/>
          <p:cNvSpPr/>
          <p:nvPr>
            <p:ph idx="2" type="pic"/>
          </p:nvPr>
        </p:nvSpPr>
        <p:spPr>
          <a:xfrm>
            <a:off x="5183188" y="987425"/>
            <a:ext cx="6172200" cy="4873625"/>
          </a:xfrm>
          <a:prstGeom prst="rect">
            <a:avLst/>
          </a:prstGeom>
          <a:noFill/>
          <a:ln>
            <a:noFill/>
          </a:ln>
        </p:spPr>
      </p:sp>
      <p:sp>
        <p:nvSpPr>
          <p:cNvPr id="113" name="Google Shape;113;p60"/>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114" name="Google Shape;114;p6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5" name="Google Shape;115;p6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6" name="Google Shape;116;p6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17" name="Shape 117"/>
        <p:cNvGrpSpPr/>
        <p:nvPr/>
      </p:nvGrpSpPr>
      <p:grpSpPr>
        <a:xfrm>
          <a:off x="0" y="0"/>
          <a:ext cx="0" cy="0"/>
          <a:chOff x="0" y="0"/>
          <a:chExt cx="0" cy="0"/>
        </a:xfrm>
      </p:grpSpPr>
      <p:sp>
        <p:nvSpPr>
          <p:cNvPr id="118" name="Google Shape;118;p6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9" name="Google Shape;119;p61"/>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20" name="Google Shape;120;p6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1" name="Google Shape;121;p6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2" name="Google Shape;122;p6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23" name="Shape 123"/>
        <p:cNvGrpSpPr/>
        <p:nvPr/>
      </p:nvGrpSpPr>
      <p:grpSpPr>
        <a:xfrm>
          <a:off x="0" y="0"/>
          <a:ext cx="0" cy="0"/>
          <a:chOff x="0" y="0"/>
          <a:chExt cx="0" cy="0"/>
        </a:xfrm>
      </p:grpSpPr>
      <p:sp>
        <p:nvSpPr>
          <p:cNvPr id="124" name="Google Shape;124;p62"/>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5" name="Google Shape;125;p62"/>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26" name="Google Shape;126;p6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7" name="Google Shape;127;p6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8" name="Google Shape;128;p6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3" name="Shape 133"/>
        <p:cNvGrpSpPr/>
        <p:nvPr/>
      </p:nvGrpSpPr>
      <p:grpSpPr>
        <a:xfrm>
          <a:off x="0" y="0"/>
          <a:ext cx="0" cy="0"/>
          <a:chOff x="0" y="0"/>
          <a:chExt cx="0" cy="0"/>
        </a:xfrm>
      </p:grpSpPr>
      <p:sp>
        <p:nvSpPr>
          <p:cNvPr id="134" name="Google Shape;134;g38b89f731a7_9_165"/>
          <p:cNvSpPr txBox="1"/>
          <p:nvPr>
            <p:ph type="ctrTitle"/>
          </p:nvPr>
        </p:nvSpPr>
        <p:spPr>
          <a:xfrm>
            <a:off x="415611" y="992767"/>
            <a:ext cx="11360700" cy="2736900"/>
          </a:xfrm>
          <a:prstGeom prst="rect">
            <a:avLst/>
          </a:prstGeom>
          <a:noFill/>
          <a:ln>
            <a:noFill/>
          </a:ln>
        </p:spPr>
        <p:txBody>
          <a:bodyPr anchorCtr="0" anchor="b" bIns="121900" lIns="121900" spcFirstLastPara="1" rIns="121900" wrap="square" tIns="121900">
            <a:normAutofit/>
          </a:bodyPr>
          <a:lstStyle>
            <a:lvl1pPr lvl="0" algn="ctr">
              <a:lnSpc>
                <a:spcPct val="100000"/>
              </a:lnSpc>
              <a:spcBef>
                <a:spcPts val="0"/>
              </a:spcBef>
              <a:spcAft>
                <a:spcPts val="0"/>
              </a:spcAft>
              <a:buSzPts val="6900"/>
              <a:buNone/>
              <a:defRPr sz="6900"/>
            </a:lvl1pPr>
            <a:lvl2pPr lvl="1" algn="ctr">
              <a:lnSpc>
                <a:spcPct val="100000"/>
              </a:lnSpc>
              <a:spcBef>
                <a:spcPts val="0"/>
              </a:spcBef>
              <a:spcAft>
                <a:spcPts val="0"/>
              </a:spcAft>
              <a:buSzPts val="6900"/>
              <a:buNone/>
              <a:defRPr sz="6900"/>
            </a:lvl2pPr>
            <a:lvl3pPr lvl="2" algn="ctr">
              <a:lnSpc>
                <a:spcPct val="100000"/>
              </a:lnSpc>
              <a:spcBef>
                <a:spcPts val="0"/>
              </a:spcBef>
              <a:spcAft>
                <a:spcPts val="0"/>
              </a:spcAft>
              <a:buSzPts val="6900"/>
              <a:buNone/>
              <a:defRPr sz="6900"/>
            </a:lvl3pPr>
            <a:lvl4pPr lvl="3" algn="ctr">
              <a:lnSpc>
                <a:spcPct val="100000"/>
              </a:lnSpc>
              <a:spcBef>
                <a:spcPts val="0"/>
              </a:spcBef>
              <a:spcAft>
                <a:spcPts val="0"/>
              </a:spcAft>
              <a:buSzPts val="6900"/>
              <a:buNone/>
              <a:defRPr sz="6900"/>
            </a:lvl4pPr>
            <a:lvl5pPr lvl="4" algn="ctr">
              <a:lnSpc>
                <a:spcPct val="100000"/>
              </a:lnSpc>
              <a:spcBef>
                <a:spcPts val="0"/>
              </a:spcBef>
              <a:spcAft>
                <a:spcPts val="0"/>
              </a:spcAft>
              <a:buSzPts val="6900"/>
              <a:buNone/>
              <a:defRPr sz="6900"/>
            </a:lvl5pPr>
            <a:lvl6pPr lvl="5" algn="ctr">
              <a:lnSpc>
                <a:spcPct val="100000"/>
              </a:lnSpc>
              <a:spcBef>
                <a:spcPts val="0"/>
              </a:spcBef>
              <a:spcAft>
                <a:spcPts val="0"/>
              </a:spcAft>
              <a:buSzPts val="6900"/>
              <a:buNone/>
              <a:defRPr sz="6900"/>
            </a:lvl6pPr>
            <a:lvl7pPr lvl="6" algn="ctr">
              <a:lnSpc>
                <a:spcPct val="100000"/>
              </a:lnSpc>
              <a:spcBef>
                <a:spcPts val="0"/>
              </a:spcBef>
              <a:spcAft>
                <a:spcPts val="0"/>
              </a:spcAft>
              <a:buSzPts val="6900"/>
              <a:buNone/>
              <a:defRPr sz="6900"/>
            </a:lvl7pPr>
            <a:lvl8pPr lvl="7" algn="ctr">
              <a:lnSpc>
                <a:spcPct val="100000"/>
              </a:lnSpc>
              <a:spcBef>
                <a:spcPts val="0"/>
              </a:spcBef>
              <a:spcAft>
                <a:spcPts val="0"/>
              </a:spcAft>
              <a:buSzPts val="6900"/>
              <a:buNone/>
              <a:defRPr sz="6900"/>
            </a:lvl8pPr>
            <a:lvl9pPr lvl="8" algn="ctr">
              <a:lnSpc>
                <a:spcPct val="100000"/>
              </a:lnSpc>
              <a:spcBef>
                <a:spcPts val="0"/>
              </a:spcBef>
              <a:spcAft>
                <a:spcPts val="0"/>
              </a:spcAft>
              <a:buSzPts val="6900"/>
              <a:buNone/>
              <a:defRPr sz="6900"/>
            </a:lvl9pPr>
          </a:lstStyle>
          <a:p/>
        </p:txBody>
      </p:sp>
      <p:sp>
        <p:nvSpPr>
          <p:cNvPr id="135" name="Google Shape;135;g38b89f731a7_9_165"/>
          <p:cNvSpPr txBox="1"/>
          <p:nvPr>
            <p:ph idx="1" type="subTitle"/>
          </p:nvPr>
        </p:nvSpPr>
        <p:spPr>
          <a:xfrm>
            <a:off x="415600" y="3778833"/>
            <a:ext cx="11360700" cy="1056900"/>
          </a:xfrm>
          <a:prstGeom prst="rect">
            <a:avLst/>
          </a:prstGeom>
          <a:noFill/>
          <a:ln>
            <a:noFill/>
          </a:ln>
        </p:spPr>
        <p:txBody>
          <a:bodyPr anchorCtr="0" anchor="t" bIns="121900" lIns="121900" spcFirstLastPara="1" rIns="121900" wrap="square" tIns="121900">
            <a:normAutofit/>
          </a:bodyPr>
          <a:lstStyle>
            <a:lvl1pPr lvl="0" algn="ctr">
              <a:lnSpc>
                <a:spcPct val="100000"/>
              </a:lnSpc>
              <a:spcBef>
                <a:spcPts val="0"/>
              </a:spcBef>
              <a:spcAft>
                <a:spcPts val="0"/>
              </a:spcAft>
              <a:buSzPts val="3700"/>
              <a:buNone/>
              <a:defRPr sz="3700"/>
            </a:lvl1pPr>
            <a:lvl2pPr lvl="1" algn="ctr">
              <a:lnSpc>
                <a:spcPct val="100000"/>
              </a:lnSpc>
              <a:spcBef>
                <a:spcPts val="0"/>
              </a:spcBef>
              <a:spcAft>
                <a:spcPts val="0"/>
              </a:spcAft>
              <a:buSzPts val="3700"/>
              <a:buNone/>
              <a:defRPr sz="3700"/>
            </a:lvl2pPr>
            <a:lvl3pPr lvl="2" algn="ctr">
              <a:lnSpc>
                <a:spcPct val="100000"/>
              </a:lnSpc>
              <a:spcBef>
                <a:spcPts val="0"/>
              </a:spcBef>
              <a:spcAft>
                <a:spcPts val="0"/>
              </a:spcAft>
              <a:buSzPts val="3700"/>
              <a:buNone/>
              <a:defRPr sz="3700"/>
            </a:lvl3pPr>
            <a:lvl4pPr lvl="3" algn="ctr">
              <a:lnSpc>
                <a:spcPct val="100000"/>
              </a:lnSpc>
              <a:spcBef>
                <a:spcPts val="0"/>
              </a:spcBef>
              <a:spcAft>
                <a:spcPts val="0"/>
              </a:spcAft>
              <a:buSzPts val="3700"/>
              <a:buNone/>
              <a:defRPr sz="3700"/>
            </a:lvl4pPr>
            <a:lvl5pPr lvl="4" algn="ctr">
              <a:lnSpc>
                <a:spcPct val="100000"/>
              </a:lnSpc>
              <a:spcBef>
                <a:spcPts val="0"/>
              </a:spcBef>
              <a:spcAft>
                <a:spcPts val="0"/>
              </a:spcAft>
              <a:buSzPts val="3700"/>
              <a:buNone/>
              <a:defRPr sz="3700"/>
            </a:lvl5pPr>
            <a:lvl6pPr lvl="5" algn="ctr">
              <a:lnSpc>
                <a:spcPct val="100000"/>
              </a:lnSpc>
              <a:spcBef>
                <a:spcPts val="0"/>
              </a:spcBef>
              <a:spcAft>
                <a:spcPts val="0"/>
              </a:spcAft>
              <a:buSzPts val="3700"/>
              <a:buNone/>
              <a:defRPr sz="3700"/>
            </a:lvl6pPr>
            <a:lvl7pPr lvl="6" algn="ctr">
              <a:lnSpc>
                <a:spcPct val="100000"/>
              </a:lnSpc>
              <a:spcBef>
                <a:spcPts val="0"/>
              </a:spcBef>
              <a:spcAft>
                <a:spcPts val="0"/>
              </a:spcAft>
              <a:buSzPts val="3700"/>
              <a:buNone/>
              <a:defRPr sz="3700"/>
            </a:lvl7pPr>
            <a:lvl8pPr lvl="7" algn="ctr">
              <a:lnSpc>
                <a:spcPct val="100000"/>
              </a:lnSpc>
              <a:spcBef>
                <a:spcPts val="0"/>
              </a:spcBef>
              <a:spcAft>
                <a:spcPts val="0"/>
              </a:spcAft>
              <a:buSzPts val="3700"/>
              <a:buNone/>
              <a:defRPr sz="3700"/>
            </a:lvl8pPr>
            <a:lvl9pPr lvl="8" algn="ctr">
              <a:lnSpc>
                <a:spcPct val="100000"/>
              </a:lnSpc>
              <a:spcBef>
                <a:spcPts val="0"/>
              </a:spcBef>
              <a:spcAft>
                <a:spcPts val="0"/>
              </a:spcAft>
              <a:buSzPts val="3700"/>
              <a:buNone/>
              <a:defRPr sz="3700"/>
            </a:lvl9pPr>
          </a:lstStyle>
          <a:p/>
        </p:txBody>
      </p:sp>
      <p:sp>
        <p:nvSpPr>
          <p:cNvPr id="136" name="Google Shape;136;g38b89f731a7_9_165"/>
          <p:cNvSpPr txBox="1"/>
          <p:nvPr>
            <p:ph idx="12" type="sldNum"/>
          </p:nvPr>
        </p:nvSpPr>
        <p:spPr>
          <a:xfrm>
            <a:off x="11296611" y="6217623"/>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g38b89f731a7_9_169"/>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rmAutofit/>
          </a:bodyPr>
          <a:lstStyle>
            <a:lvl1pPr lvl="0" algn="l">
              <a:lnSpc>
                <a:spcPct val="100000"/>
              </a:lnSpc>
              <a:spcBef>
                <a:spcPts val="0"/>
              </a:spcBef>
              <a:spcAft>
                <a:spcPts val="0"/>
              </a:spcAft>
              <a:buSzPts val="3700"/>
              <a:buNone/>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39" name="Google Shape;139;g38b89f731a7_9_169"/>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rmAutofit/>
          </a:bodyPr>
          <a:lstStyle>
            <a:lvl1pPr indent="-381000" lvl="0" marL="457200" algn="l">
              <a:lnSpc>
                <a:spcPct val="115000"/>
              </a:lnSpc>
              <a:spcBef>
                <a:spcPts val="0"/>
              </a:spcBef>
              <a:spcAft>
                <a:spcPts val="0"/>
              </a:spcAft>
              <a:buSzPts val="2400"/>
              <a:buChar char="●"/>
              <a:defRPr/>
            </a:lvl1pPr>
            <a:lvl2pPr indent="-349250" lvl="1" marL="914400" algn="l">
              <a:lnSpc>
                <a:spcPct val="115000"/>
              </a:lnSpc>
              <a:spcBef>
                <a:spcPts val="0"/>
              </a:spcBef>
              <a:spcAft>
                <a:spcPts val="0"/>
              </a:spcAft>
              <a:buSzPts val="1900"/>
              <a:buChar char="○"/>
              <a:defRPr/>
            </a:lvl2pPr>
            <a:lvl3pPr indent="-349250" lvl="2" marL="1371600" algn="l">
              <a:lnSpc>
                <a:spcPct val="115000"/>
              </a:lnSpc>
              <a:spcBef>
                <a:spcPts val="0"/>
              </a:spcBef>
              <a:spcAft>
                <a:spcPts val="0"/>
              </a:spcAft>
              <a:buSzPts val="1900"/>
              <a:buChar char="■"/>
              <a:defRPr/>
            </a:lvl3pPr>
            <a:lvl4pPr indent="-349250" lvl="3" marL="1828800" algn="l">
              <a:lnSpc>
                <a:spcPct val="115000"/>
              </a:lnSpc>
              <a:spcBef>
                <a:spcPts val="0"/>
              </a:spcBef>
              <a:spcAft>
                <a:spcPts val="0"/>
              </a:spcAft>
              <a:buSzPts val="1900"/>
              <a:buChar char="●"/>
              <a:defRPr/>
            </a:lvl4pPr>
            <a:lvl5pPr indent="-349250" lvl="4" marL="2286000" algn="l">
              <a:lnSpc>
                <a:spcPct val="115000"/>
              </a:lnSpc>
              <a:spcBef>
                <a:spcPts val="0"/>
              </a:spcBef>
              <a:spcAft>
                <a:spcPts val="0"/>
              </a:spcAft>
              <a:buSzPts val="1900"/>
              <a:buChar char="○"/>
              <a:defRPr/>
            </a:lvl5pPr>
            <a:lvl6pPr indent="-349250" lvl="5" marL="2743200" algn="l">
              <a:lnSpc>
                <a:spcPct val="115000"/>
              </a:lnSpc>
              <a:spcBef>
                <a:spcPts val="0"/>
              </a:spcBef>
              <a:spcAft>
                <a:spcPts val="0"/>
              </a:spcAft>
              <a:buSzPts val="1900"/>
              <a:buChar char="■"/>
              <a:defRPr/>
            </a:lvl6pPr>
            <a:lvl7pPr indent="-349250" lvl="6" marL="3200400" algn="l">
              <a:lnSpc>
                <a:spcPct val="115000"/>
              </a:lnSpc>
              <a:spcBef>
                <a:spcPts val="0"/>
              </a:spcBef>
              <a:spcAft>
                <a:spcPts val="0"/>
              </a:spcAft>
              <a:buSzPts val="1900"/>
              <a:buChar char="●"/>
              <a:defRPr/>
            </a:lvl7pPr>
            <a:lvl8pPr indent="-349250" lvl="7" marL="3657600" algn="l">
              <a:lnSpc>
                <a:spcPct val="115000"/>
              </a:lnSpc>
              <a:spcBef>
                <a:spcPts val="0"/>
              </a:spcBef>
              <a:spcAft>
                <a:spcPts val="0"/>
              </a:spcAft>
              <a:buSzPts val="1900"/>
              <a:buChar char="○"/>
              <a:defRPr/>
            </a:lvl8pPr>
            <a:lvl9pPr indent="-349250" lvl="8" marL="4114800" algn="l">
              <a:lnSpc>
                <a:spcPct val="115000"/>
              </a:lnSpc>
              <a:spcBef>
                <a:spcPts val="0"/>
              </a:spcBef>
              <a:spcAft>
                <a:spcPts val="0"/>
              </a:spcAft>
              <a:buSzPts val="1900"/>
              <a:buChar char="■"/>
              <a:defRPr/>
            </a:lvl9pPr>
          </a:lstStyle>
          <a:p/>
        </p:txBody>
      </p:sp>
      <p:sp>
        <p:nvSpPr>
          <p:cNvPr id="140" name="Google Shape;140;g38b89f731a7_9_169"/>
          <p:cNvSpPr txBox="1"/>
          <p:nvPr>
            <p:ph idx="12" type="sldNum"/>
          </p:nvPr>
        </p:nvSpPr>
        <p:spPr>
          <a:xfrm>
            <a:off x="11296611" y="6217623"/>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41" name="Shape 141"/>
        <p:cNvGrpSpPr/>
        <p:nvPr/>
      </p:nvGrpSpPr>
      <p:grpSpPr>
        <a:xfrm>
          <a:off x="0" y="0"/>
          <a:ext cx="0" cy="0"/>
          <a:chOff x="0" y="0"/>
          <a:chExt cx="0" cy="0"/>
        </a:xfrm>
      </p:grpSpPr>
      <p:sp>
        <p:nvSpPr>
          <p:cNvPr id="142" name="Google Shape;142;g38b89f731a7_9_173"/>
          <p:cNvSpPr txBox="1"/>
          <p:nvPr>
            <p:ph type="title"/>
          </p:nvPr>
        </p:nvSpPr>
        <p:spPr>
          <a:xfrm>
            <a:off x="415600" y="2867800"/>
            <a:ext cx="11360700" cy="1122300"/>
          </a:xfrm>
          <a:prstGeom prst="rect">
            <a:avLst/>
          </a:prstGeom>
          <a:noFill/>
          <a:ln>
            <a:noFill/>
          </a:ln>
        </p:spPr>
        <p:txBody>
          <a:bodyPr anchorCtr="0" anchor="ctr" bIns="121900" lIns="121900" spcFirstLastPara="1" rIns="121900" wrap="square" tIns="121900">
            <a:normAutofit/>
          </a:bodyPr>
          <a:lstStyle>
            <a:lvl1pPr lvl="0" algn="ctr">
              <a:lnSpc>
                <a:spcPct val="100000"/>
              </a:lnSpc>
              <a:spcBef>
                <a:spcPts val="0"/>
              </a:spcBef>
              <a:spcAft>
                <a:spcPts val="0"/>
              </a:spcAft>
              <a:buSzPts val="4800"/>
              <a:buNone/>
              <a:defRPr sz="4800"/>
            </a:lvl1pPr>
            <a:lvl2pPr lvl="1" algn="ctr">
              <a:lnSpc>
                <a:spcPct val="100000"/>
              </a:lnSpc>
              <a:spcBef>
                <a:spcPts val="0"/>
              </a:spcBef>
              <a:spcAft>
                <a:spcPts val="0"/>
              </a:spcAft>
              <a:buSzPts val="4800"/>
              <a:buNone/>
              <a:defRPr sz="4800"/>
            </a:lvl2pPr>
            <a:lvl3pPr lvl="2" algn="ctr">
              <a:lnSpc>
                <a:spcPct val="100000"/>
              </a:lnSpc>
              <a:spcBef>
                <a:spcPts val="0"/>
              </a:spcBef>
              <a:spcAft>
                <a:spcPts val="0"/>
              </a:spcAft>
              <a:buSzPts val="4800"/>
              <a:buNone/>
              <a:defRPr sz="4800"/>
            </a:lvl3pPr>
            <a:lvl4pPr lvl="3" algn="ctr">
              <a:lnSpc>
                <a:spcPct val="100000"/>
              </a:lnSpc>
              <a:spcBef>
                <a:spcPts val="0"/>
              </a:spcBef>
              <a:spcAft>
                <a:spcPts val="0"/>
              </a:spcAft>
              <a:buSzPts val="4800"/>
              <a:buNone/>
              <a:defRPr sz="4800"/>
            </a:lvl4pPr>
            <a:lvl5pPr lvl="4" algn="ctr">
              <a:lnSpc>
                <a:spcPct val="100000"/>
              </a:lnSpc>
              <a:spcBef>
                <a:spcPts val="0"/>
              </a:spcBef>
              <a:spcAft>
                <a:spcPts val="0"/>
              </a:spcAft>
              <a:buSzPts val="4800"/>
              <a:buNone/>
              <a:defRPr sz="4800"/>
            </a:lvl5pPr>
            <a:lvl6pPr lvl="5" algn="ctr">
              <a:lnSpc>
                <a:spcPct val="100000"/>
              </a:lnSpc>
              <a:spcBef>
                <a:spcPts val="0"/>
              </a:spcBef>
              <a:spcAft>
                <a:spcPts val="0"/>
              </a:spcAft>
              <a:buSzPts val="4800"/>
              <a:buNone/>
              <a:defRPr sz="4800"/>
            </a:lvl6pPr>
            <a:lvl7pPr lvl="6" algn="ctr">
              <a:lnSpc>
                <a:spcPct val="100000"/>
              </a:lnSpc>
              <a:spcBef>
                <a:spcPts val="0"/>
              </a:spcBef>
              <a:spcAft>
                <a:spcPts val="0"/>
              </a:spcAft>
              <a:buSzPts val="4800"/>
              <a:buNone/>
              <a:defRPr sz="4800"/>
            </a:lvl7pPr>
            <a:lvl8pPr lvl="7" algn="ctr">
              <a:lnSpc>
                <a:spcPct val="100000"/>
              </a:lnSpc>
              <a:spcBef>
                <a:spcPts val="0"/>
              </a:spcBef>
              <a:spcAft>
                <a:spcPts val="0"/>
              </a:spcAft>
              <a:buSzPts val="4800"/>
              <a:buNone/>
              <a:defRPr sz="4800"/>
            </a:lvl8pPr>
            <a:lvl9pPr lvl="8" algn="ctr">
              <a:lnSpc>
                <a:spcPct val="100000"/>
              </a:lnSpc>
              <a:spcBef>
                <a:spcPts val="0"/>
              </a:spcBef>
              <a:spcAft>
                <a:spcPts val="0"/>
              </a:spcAft>
              <a:buSzPts val="4800"/>
              <a:buNone/>
              <a:defRPr sz="4800"/>
            </a:lvl9pPr>
          </a:lstStyle>
          <a:p/>
        </p:txBody>
      </p:sp>
      <p:sp>
        <p:nvSpPr>
          <p:cNvPr id="143" name="Google Shape;143;g38b89f731a7_9_173"/>
          <p:cNvSpPr txBox="1"/>
          <p:nvPr>
            <p:ph idx="12" type="sldNum"/>
          </p:nvPr>
        </p:nvSpPr>
        <p:spPr>
          <a:xfrm>
            <a:off x="11296611" y="6217623"/>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44" name="Shape 144"/>
        <p:cNvGrpSpPr/>
        <p:nvPr/>
      </p:nvGrpSpPr>
      <p:grpSpPr>
        <a:xfrm>
          <a:off x="0" y="0"/>
          <a:ext cx="0" cy="0"/>
          <a:chOff x="0" y="0"/>
          <a:chExt cx="0" cy="0"/>
        </a:xfrm>
      </p:grpSpPr>
      <p:sp>
        <p:nvSpPr>
          <p:cNvPr id="145" name="Google Shape;145;g38b89f731a7_9_176"/>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rmAutofit/>
          </a:bodyPr>
          <a:lstStyle>
            <a:lvl1pPr lvl="0" algn="l">
              <a:lnSpc>
                <a:spcPct val="100000"/>
              </a:lnSpc>
              <a:spcBef>
                <a:spcPts val="0"/>
              </a:spcBef>
              <a:spcAft>
                <a:spcPts val="0"/>
              </a:spcAft>
              <a:buSzPts val="3700"/>
              <a:buNone/>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46" name="Google Shape;146;g38b89f731a7_9_176"/>
          <p:cNvSpPr txBox="1"/>
          <p:nvPr>
            <p:ph idx="1" type="body"/>
          </p:nvPr>
        </p:nvSpPr>
        <p:spPr>
          <a:xfrm>
            <a:off x="415600" y="1536633"/>
            <a:ext cx="5333100" cy="4555200"/>
          </a:xfrm>
          <a:prstGeom prst="rect">
            <a:avLst/>
          </a:prstGeom>
          <a:noFill/>
          <a:ln>
            <a:noFill/>
          </a:ln>
        </p:spPr>
        <p:txBody>
          <a:bodyPr anchorCtr="0" anchor="t" bIns="121900" lIns="121900" spcFirstLastPara="1" rIns="121900" wrap="square" tIns="121900">
            <a:normAutofit/>
          </a:bodyPr>
          <a:lstStyle>
            <a:lvl1pPr indent="-349250" lvl="0" marL="457200" algn="l">
              <a:lnSpc>
                <a:spcPct val="115000"/>
              </a:lnSpc>
              <a:spcBef>
                <a:spcPts val="0"/>
              </a:spcBef>
              <a:spcAft>
                <a:spcPts val="0"/>
              </a:spcAft>
              <a:buSzPts val="1900"/>
              <a:buChar char="●"/>
              <a:defRPr sz="1900"/>
            </a:lvl1pPr>
            <a:lvl2pPr indent="-330200" lvl="1" marL="914400" algn="l">
              <a:lnSpc>
                <a:spcPct val="115000"/>
              </a:lnSpc>
              <a:spcBef>
                <a:spcPts val="0"/>
              </a:spcBef>
              <a:spcAft>
                <a:spcPts val="0"/>
              </a:spcAft>
              <a:buSzPts val="1600"/>
              <a:buChar char="○"/>
              <a:defRPr sz="1600"/>
            </a:lvl2pPr>
            <a:lvl3pPr indent="-330200" lvl="2" marL="1371600" algn="l">
              <a:lnSpc>
                <a:spcPct val="115000"/>
              </a:lnSpc>
              <a:spcBef>
                <a:spcPts val="0"/>
              </a:spcBef>
              <a:spcAft>
                <a:spcPts val="0"/>
              </a:spcAft>
              <a:buSzPts val="1600"/>
              <a:buChar char="■"/>
              <a:defRPr sz="1600"/>
            </a:lvl3pPr>
            <a:lvl4pPr indent="-330200" lvl="3" marL="1828800" algn="l">
              <a:lnSpc>
                <a:spcPct val="115000"/>
              </a:lnSpc>
              <a:spcBef>
                <a:spcPts val="0"/>
              </a:spcBef>
              <a:spcAft>
                <a:spcPts val="0"/>
              </a:spcAft>
              <a:buSzPts val="1600"/>
              <a:buChar char="●"/>
              <a:defRPr sz="1600"/>
            </a:lvl4pPr>
            <a:lvl5pPr indent="-330200" lvl="4" marL="2286000" algn="l">
              <a:lnSpc>
                <a:spcPct val="115000"/>
              </a:lnSpc>
              <a:spcBef>
                <a:spcPts val="0"/>
              </a:spcBef>
              <a:spcAft>
                <a:spcPts val="0"/>
              </a:spcAft>
              <a:buSzPts val="1600"/>
              <a:buChar char="○"/>
              <a:defRPr sz="1600"/>
            </a:lvl5pPr>
            <a:lvl6pPr indent="-330200" lvl="5" marL="2743200" algn="l">
              <a:lnSpc>
                <a:spcPct val="115000"/>
              </a:lnSpc>
              <a:spcBef>
                <a:spcPts val="0"/>
              </a:spcBef>
              <a:spcAft>
                <a:spcPts val="0"/>
              </a:spcAft>
              <a:buSzPts val="1600"/>
              <a:buChar char="■"/>
              <a:defRPr sz="1600"/>
            </a:lvl6pPr>
            <a:lvl7pPr indent="-330200" lvl="6" marL="3200400" algn="l">
              <a:lnSpc>
                <a:spcPct val="115000"/>
              </a:lnSpc>
              <a:spcBef>
                <a:spcPts val="0"/>
              </a:spcBef>
              <a:spcAft>
                <a:spcPts val="0"/>
              </a:spcAft>
              <a:buSzPts val="1600"/>
              <a:buChar char="●"/>
              <a:defRPr sz="1600"/>
            </a:lvl7pPr>
            <a:lvl8pPr indent="-330200" lvl="7" marL="3657600" algn="l">
              <a:lnSpc>
                <a:spcPct val="115000"/>
              </a:lnSpc>
              <a:spcBef>
                <a:spcPts val="0"/>
              </a:spcBef>
              <a:spcAft>
                <a:spcPts val="0"/>
              </a:spcAft>
              <a:buSzPts val="1600"/>
              <a:buChar char="○"/>
              <a:defRPr sz="1600"/>
            </a:lvl8pPr>
            <a:lvl9pPr indent="-330200" lvl="8" marL="4114800" algn="l">
              <a:lnSpc>
                <a:spcPct val="115000"/>
              </a:lnSpc>
              <a:spcBef>
                <a:spcPts val="0"/>
              </a:spcBef>
              <a:spcAft>
                <a:spcPts val="0"/>
              </a:spcAft>
              <a:buSzPts val="1600"/>
              <a:buChar char="■"/>
              <a:defRPr sz="1600"/>
            </a:lvl9pPr>
          </a:lstStyle>
          <a:p/>
        </p:txBody>
      </p:sp>
      <p:sp>
        <p:nvSpPr>
          <p:cNvPr id="147" name="Google Shape;147;g38b89f731a7_9_176"/>
          <p:cNvSpPr txBox="1"/>
          <p:nvPr>
            <p:ph idx="2" type="body"/>
          </p:nvPr>
        </p:nvSpPr>
        <p:spPr>
          <a:xfrm>
            <a:off x="6443200" y="1536633"/>
            <a:ext cx="5333100" cy="4555200"/>
          </a:xfrm>
          <a:prstGeom prst="rect">
            <a:avLst/>
          </a:prstGeom>
          <a:noFill/>
          <a:ln>
            <a:noFill/>
          </a:ln>
        </p:spPr>
        <p:txBody>
          <a:bodyPr anchorCtr="0" anchor="t" bIns="121900" lIns="121900" spcFirstLastPara="1" rIns="121900" wrap="square" tIns="121900">
            <a:normAutofit/>
          </a:bodyPr>
          <a:lstStyle>
            <a:lvl1pPr indent="-349250" lvl="0" marL="457200" algn="l">
              <a:lnSpc>
                <a:spcPct val="115000"/>
              </a:lnSpc>
              <a:spcBef>
                <a:spcPts val="0"/>
              </a:spcBef>
              <a:spcAft>
                <a:spcPts val="0"/>
              </a:spcAft>
              <a:buSzPts val="1900"/>
              <a:buChar char="●"/>
              <a:defRPr sz="1900"/>
            </a:lvl1pPr>
            <a:lvl2pPr indent="-330200" lvl="1" marL="914400" algn="l">
              <a:lnSpc>
                <a:spcPct val="115000"/>
              </a:lnSpc>
              <a:spcBef>
                <a:spcPts val="0"/>
              </a:spcBef>
              <a:spcAft>
                <a:spcPts val="0"/>
              </a:spcAft>
              <a:buSzPts val="1600"/>
              <a:buChar char="○"/>
              <a:defRPr sz="1600"/>
            </a:lvl2pPr>
            <a:lvl3pPr indent="-330200" lvl="2" marL="1371600" algn="l">
              <a:lnSpc>
                <a:spcPct val="115000"/>
              </a:lnSpc>
              <a:spcBef>
                <a:spcPts val="0"/>
              </a:spcBef>
              <a:spcAft>
                <a:spcPts val="0"/>
              </a:spcAft>
              <a:buSzPts val="1600"/>
              <a:buChar char="■"/>
              <a:defRPr sz="1600"/>
            </a:lvl3pPr>
            <a:lvl4pPr indent="-330200" lvl="3" marL="1828800" algn="l">
              <a:lnSpc>
                <a:spcPct val="115000"/>
              </a:lnSpc>
              <a:spcBef>
                <a:spcPts val="0"/>
              </a:spcBef>
              <a:spcAft>
                <a:spcPts val="0"/>
              </a:spcAft>
              <a:buSzPts val="1600"/>
              <a:buChar char="●"/>
              <a:defRPr sz="1600"/>
            </a:lvl4pPr>
            <a:lvl5pPr indent="-330200" lvl="4" marL="2286000" algn="l">
              <a:lnSpc>
                <a:spcPct val="115000"/>
              </a:lnSpc>
              <a:spcBef>
                <a:spcPts val="0"/>
              </a:spcBef>
              <a:spcAft>
                <a:spcPts val="0"/>
              </a:spcAft>
              <a:buSzPts val="1600"/>
              <a:buChar char="○"/>
              <a:defRPr sz="1600"/>
            </a:lvl5pPr>
            <a:lvl6pPr indent="-330200" lvl="5" marL="2743200" algn="l">
              <a:lnSpc>
                <a:spcPct val="115000"/>
              </a:lnSpc>
              <a:spcBef>
                <a:spcPts val="0"/>
              </a:spcBef>
              <a:spcAft>
                <a:spcPts val="0"/>
              </a:spcAft>
              <a:buSzPts val="1600"/>
              <a:buChar char="■"/>
              <a:defRPr sz="1600"/>
            </a:lvl6pPr>
            <a:lvl7pPr indent="-330200" lvl="6" marL="3200400" algn="l">
              <a:lnSpc>
                <a:spcPct val="115000"/>
              </a:lnSpc>
              <a:spcBef>
                <a:spcPts val="0"/>
              </a:spcBef>
              <a:spcAft>
                <a:spcPts val="0"/>
              </a:spcAft>
              <a:buSzPts val="1600"/>
              <a:buChar char="●"/>
              <a:defRPr sz="1600"/>
            </a:lvl7pPr>
            <a:lvl8pPr indent="-330200" lvl="7" marL="3657600" algn="l">
              <a:lnSpc>
                <a:spcPct val="115000"/>
              </a:lnSpc>
              <a:spcBef>
                <a:spcPts val="0"/>
              </a:spcBef>
              <a:spcAft>
                <a:spcPts val="0"/>
              </a:spcAft>
              <a:buSzPts val="1600"/>
              <a:buChar char="○"/>
              <a:defRPr sz="1600"/>
            </a:lvl8pPr>
            <a:lvl9pPr indent="-330200" lvl="8" marL="4114800" algn="l">
              <a:lnSpc>
                <a:spcPct val="115000"/>
              </a:lnSpc>
              <a:spcBef>
                <a:spcPts val="0"/>
              </a:spcBef>
              <a:spcAft>
                <a:spcPts val="0"/>
              </a:spcAft>
              <a:buSzPts val="1600"/>
              <a:buChar char="■"/>
              <a:defRPr sz="1600"/>
            </a:lvl9pPr>
          </a:lstStyle>
          <a:p/>
        </p:txBody>
      </p:sp>
      <p:sp>
        <p:nvSpPr>
          <p:cNvPr id="148" name="Google Shape;148;g38b89f731a7_9_176"/>
          <p:cNvSpPr txBox="1"/>
          <p:nvPr>
            <p:ph idx="12" type="sldNum"/>
          </p:nvPr>
        </p:nvSpPr>
        <p:spPr>
          <a:xfrm>
            <a:off x="11296611" y="6217623"/>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49" name="Shape 149"/>
        <p:cNvGrpSpPr/>
        <p:nvPr/>
      </p:nvGrpSpPr>
      <p:grpSpPr>
        <a:xfrm>
          <a:off x="0" y="0"/>
          <a:ext cx="0" cy="0"/>
          <a:chOff x="0" y="0"/>
          <a:chExt cx="0" cy="0"/>
        </a:xfrm>
      </p:grpSpPr>
      <p:sp>
        <p:nvSpPr>
          <p:cNvPr id="150" name="Google Shape;150;g38b89f731a7_9_181"/>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rmAutofit/>
          </a:bodyPr>
          <a:lstStyle>
            <a:lvl1pPr lvl="0" algn="l">
              <a:lnSpc>
                <a:spcPct val="100000"/>
              </a:lnSpc>
              <a:spcBef>
                <a:spcPts val="0"/>
              </a:spcBef>
              <a:spcAft>
                <a:spcPts val="0"/>
              </a:spcAft>
              <a:buSzPts val="3700"/>
              <a:buNone/>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51" name="Google Shape;151;g38b89f731a7_9_181"/>
          <p:cNvSpPr txBox="1"/>
          <p:nvPr>
            <p:ph idx="12" type="sldNum"/>
          </p:nvPr>
        </p:nvSpPr>
        <p:spPr>
          <a:xfrm>
            <a:off x="11296611" y="6217623"/>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52" name="Shape 152"/>
        <p:cNvGrpSpPr/>
        <p:nvPr/>
      </p:nvGrpSpPr>
      <p:grpSpPr>
        <a:xfrm>
          <a:off x="0" y="0"/>
          <a:ext cx="0" cy="0"/>
          <a:chOff x="0" y="0"/>
          <a:chExt cx="0" cy="0"/>
        </a:xfrm>
      </p:grpSpPr>
      <p:sp>
        <p:nvSpPr>
          <p:cNvPr id="153" name="Google Shape;153;g38b89f731a7_9_184"/>
          <p:cNvSpPr txBox="1"/>
          <p:nvPr>
            <p:ph type="title"/>
          </p:nvPr>
        </p:nvSpPr>
        <p:spPr>
          <a:xfrm>
            <a:off x="415600" y="740800"/>
            <a:ext cx="3744000" cy="1007700"/>
          </a:xfrm>
          <a:prstGeom prst="rect">
            <a:avLst/>
          </a:prstGeom>
          <a:noFill/>
          <a:ln>
            <a:noFill/>
          </a:ln>
        </p:spPr>
        <p:txBody>
          <a:bodyPr anchorCtr="0" anchor="b" bIns="121900" lIns="121900" spcFirstLastPara="1" rIns="121900" wrap="square" tIns="121900">
            <a:normAutofit/>
          </a:bodyPr>
          <a:lstStyle>
            <a:lvl1pPr lvl="0" algn="l">
              <a:lnSpc>
                <a:spcPct val="100000"/>
              </a:lnSpc>
              <a:spcBef>
                <a:spcPts val="0"/>
              </a:spcBef>
              <a:spcAft>
                <a:spcPts val="0"/>
              </a:spcAft>
              <a:buSzPts val="3200"/>
              <a:buNone/>
              <a:defRPr sz="3200"/>
            </a:lvl1pPr>
            <a:lvl2pPr lvl="1" algn="l">
              <a:lnSpc>
                <a:spcPct val="100000"/>
              </a:lnSpc>
              <a:spcBef>
                <a:spcPts val="0"/>
              </a:spcBef>
              <a:spcAft>
                <a:spcPts val="0"/>
              </a:spcAft>
              <a:buSzPts val="3200"/>
              <a:buNone/>
              <a:defRPr sz="3200"/>
            </a:lvl2pPr>
            <a:lvl3pPr lvl="2" algn="l">
              <a:lnSpc>
                <a:spcPct val="100000"/>
              </a:lnSpc>
              <a:spcBef>
                <a:spcPts val="0"/>
              </a:spcBef>
              <a:spcAft>
                <a:spcPts val="0"/>
              </a:spcAft>
              <a:buSzPts val="3200"/>
              <a:buNone/>
              <a:defRPr sz="3200"/>
            </a:lvl3pPr>
            <a:lvl4pPr lvl="3" algn="l">
              <a:lnSpc>
                <a:spcPct val="100000"/>
              </a:lnSpc>
              <a:spcBef>
                <a:spcPts val="0"/>
              </a:spcBef>
              <a:spcAft>
                <a:spcPts val="0"/>
              </a:spcAft>
              <a:buSzPts val="3200"/>
              <a:buNone/>
              <a:defRPr sz="3200"/>
            </a:lvl4pPr>
            <a:lvl5pPr lvl="4" algn="l">
              <a:lnSpc>
                <a:spcPct val="100000"/>
              </a:lnSpc>
              <a:spcBef>
                <a:spcPts val="0"/>
              </a:spcBef>
              <a:spcAft>
                <a:spcPts val="0"/>
              </a:spcAft>
              <a:buSzPts val="3200"/>
              <a:buNone/>
              <a:defRPr sz="3200"/>
            </a:lvl5pPr>
            <a:lvl6pPr lvl="5" algn="l">
              <a:lnSpc>
                <a:spcPct val="100000"/>
              </a:lnSpc>
              <a:spcBef>
                <a:spcPts val="0"/>
              </a:spcBef>
              <a:spcAft>
                <a:spcPts val="0"/>
              </a:spcAft>
              <a:buSzPts val="3200"/>
              <a:buNone/>
              <a:defRPr sz="3200"/>
            </a:lvl6pPr>
            <a:lvl7pPr lvl="6" algn="l">
              <a:lnSpc>
                <a:spcPct val="100000"/>
              </a:lnSpc>
              <a:spcBef>
                <a:spcPts val="0"/>
              </a:spcBef>
              <a:spcAft>
                <a:spcPts val="0"/>
              </a:spcAft>
              <a:buSzPts val="3200"/>
              <a:buNone/>
              <a:defRPr sz="3200"/>
            </a:lvl7pPr>
            <a:lvl8pPr lvl="7" algn="l">
              <a:lnSpc>
                <a:spcPct val="100000"/>
              </a:lnSpc>
              <a:spcBef>
                <a:spcPts val="0"/>
              </a:spcBef>
              <a:spcAft>
                <a:spcPts val="0"/>
              </a:spcAft>
              <a:buSzPts val="3200"/>
              <a:buNone/>
              <a:defRPr sz="3200"/>
            </a:lvl8pPr>
            <a:lvl9pPr lvl="8" algn="l">
              <a:lnSpc>
                <a:spcPct val="100000"/>
              </a:lnSpc>
              <a:spcBef>
                <a:spcPts val="0"/>
              </a:spcBef>
              <a:spcAft>
                <a:spcPts val="0"/>
              </a:spcAft>
              <a:buSzPts val="3200"/>
              <a:buNone/>
              <a:defRPr sz="3200"/>
            </a:lvl9pPr>
          </a:lstStyle>
          <a:p/>
        </p:txBody>
      </p:sp>
      <p:sp>
        <p:nvSpPr>
          <p:cNvPr id="154" name="Google Shape;154;g38b89f731a7_9_184"/>
          <p:cNvSpPr txBox="1"/>
          <p:nvPr>
            <p:ph idx="1" type="body"/>
          </p:nvPr>
        </p:nvSpPr>
        <p:spPr>
          <a:xfrm>
            <a:off x="415600" y="1852800"/>
            <a:ext cx="3744000" cy="4239300"/>
          </a:xfrm>
          <a:prstGeom prst="rect">
            <a:avLst/>
          </a:prstGeom>
          <a:noFill/>
          <a:ln>
            <a:noFill/>
          </a:ln>
        </p:spPr>
        <p:txBody>
          <a:bodyPr anchorCtr="0" anchor="t" bIns="121900" lIns="121900" spcFirstLastPara="1" rIns="121900" wrap="square" tIns="121900">
            <a:normAutofit/>
          </a:bodyPr>
          <a:lstStyle>
            <a:lvl1pPr indent="-330200" lvl="0" marL="457200" algn="l">
              <a:lnSpc>
                <a:spcPct val="115000"/>
              </a:lnSpc>
              <a:spcBef>
                <a:spcPts val="0"/>
              </a:spcBef>
              <a:spcAft>
                <a:spcPts val="0"/>
              </a:spcAft>
              <a:buSzPts val="1600"/>
              <a:buChar char="●"/>
              <a:defRPr sz="1600"/>
            </a:lvl1pPr>
            <a:lvl2pPr indent="-330200" lvl="1" marL="914400" algn="l">
              <a:lnSpc>
                <a:spcPct val="115000"/>
              </a:lnSpc>
              <a:spcBef>
                <a:spcPts val="0"/>
              </a:spcBef>
              <a:spcAft>
                <a:spcPts val="0"/>
              </a:spcAft>
              <a:buSzPts val="1600"/>
              <a:buChar char="○"/>
              <a:defRPr sz="1600"/>
            </a:lvl2pPr>
            <a:lvl3pPr indent="-330200" lvl="2" marL="1371600" algn="l">
              <a:lnSpc>
                <a:spcPct val="115000"/>
              </a:lnSpc>
              <a:spcBef>
                <a:spcPts val="0"/>
              </a:spcBef>
              <a:spcAft>
                <a:spcPts val="0"/>
              </a:spcAft>
              <a:buSzPts val="1600"/>
              <a:buChar char="■"/>
              <a:defRPr sz="1600"/>
            </a:lvl3pPr>
            <a:lvl4pPr indent="-330200" lvl="3" marL="1828800" algn="l">
              <a:lnSpc>
                <a:spcPct val="115000"/>
              </a:lnSpc>
              <a:spcBef>
                <a:spcPts val="0"/>
              </a:spcBef>
              <a:spcAft>
                <a:spcPts val="0"/>
              </a:spcAft>
              <a:buSzPts val="1600"/>
              <a:buChar char="●"/>
              <a:defRPr sz="1600"/>
            </a:lvl4pPr>
            <a:lvl5pPr indent="-330200" lvl="4" marL="2286000" algn="l">
              <a:lnSpc>
                <a:spcPct val="115000"/>
              </a:lnSpc>
              <a:spcBef>
                <a:spcPts val="0"/>
              </a:spcBef>
              <a:spcAft>
                <a:spcPts val="0"/>
              </a:spcAft>
              <a:buSzPts val="1600"/>
              <a:buChar char="○"/>
              <a:defRPr sz="1600"/>
            </a:lvl5pPr>
            <a:lvl6pPr indent="-330200" lvl="5" marL="2743200" algn="l">
              <a:lnSpc>
                <a:spcPct val="115000"/>
              </a:lnSpc>
              <a:spcBef>
                <a:spcPts val="0"/>
              </a:spcBef>
              <a:spcAft>
                <a:spcPts val="0"/>
              </a:spcAft>
              <a:buSzPts val="1600"/>
              <a:buChar char="■"/>
              <a:defRPr sz="1600"/>
            </a:lvl6pPr>
            <a:lvl7pPr indent="-330200" lvl="6" marL="3200400" algn="l">
              <a:lnSpc>
                <a:spcPct val="115000"/>
              </a:lnSpc>
              <a:spcBef>
                <a:spcPts val="0"/>
              </a:spcBef>
              <a:spcAft>
                <a:spcPts val="0"/>
              </a:spcAft>
              <a:buSzPts val="1600"/>
              <a:buChar char="●"/>
              <a:defRPr sz="1600"/>
            </a:lvl7pPr>
            <a:lvl8pPr indent="-330200" lvl="7" marL="3657600" algn="l">
              <a:lnSpc>
                <a:spcPct val="115000"/>
              </a:lnSpc>
              <a:spcBef>
                <a:spcPts val="0"/>
              </a:spcBef>
              <a:spcAft>
                <a:spcPts val="0"/>
              </a:spcAft>
              <a:buSzPts val="1600"/>
              <a:buChar char="○"/>
              <a:defRPr sz="1600"/>
            </a:lvl8pPr>
            <a:lvl9pPr indent="-330200" lvl="8" marL="4114800" algn="l">
              <a:lnSpc>
                <a:spcPct val="115000"/>
              </a:lnSpc>
              <a:spcBef>
                <a:spcPts val="0"/>
              </a:spcBef>
              <a:spcAft>
                <a:spcPts val="0"/>
              </a:spcAft>
              <a:buSzPts val="1600"/>
              <a:buChar char="■"/>
              <a:defRPr sz="1600"/>
            </a:lvl9pPr>
          </a:lstStyle>
          <a:p/>
        </p:txBody>
      </p:sp>
      <p:sp>
        <p:nvSpPr>
          <p:cNvPr id="155" name="Google Shape;155;g38b89f731a7_9_184"/>
          <p:cNvSpPr txBox="1"/>
          <p:nvPr>
            <p:ph idx="12" type="sldNum"/>
          </p:nvPr>
        </p:nvSpPr>
        <p:spPr>
          <a:xfrm>
            <a:off x="11296611" y="6217623"/>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56" name="Shape 156"/>
        <p:cNvGrpSpPr/>
        <p:nvPr/>
      </p:nvGrpSpPr>
      <p:grpSpPr>
        <a:xfrm>
          <a:off x="0" y="0"/>
          <a:ext cx="0" cy="0"/>
          <a:chOff x="0" y="0"/>
          <a:chExt cx="0" cy="0"/>
        </a:xfrm>
      </p:grpSpPr>
      <p:sp>
        <p:nvSpPr>
          <p:cNvPr id="157" name="Google Shape;157;g38b89f731a7_9_188"/>
          <p:cNvSpPr txBox="1"/>
          <p:nvPr>
            <p:ph type="title"/>
          </p:nvPr>
        </p:nvSpPr>
        <p:spPr>
          <a:xfrm>
            <a:off x="653667" y="600200"/>
            <a:ext cx="8490300" cy="5454300"/>
          </a:xfrm>
          <a:prstGeom prst="rect">
            <a:avLst/>
          </a:prstGeom>
          <a:noFill/>
          <a:ln>
            <a:noFill/>
          </a:ln>
        </p:spPr>
        <p:txBody>
          <a:bodyPr anchorCtr="0" anchor="ctr" bIns="121900" lIns="121900" spcFirstLastPara="1" rIns="121900" wrap="square" tIns="121900">
            <a:normAutofit/>
          </a:bodyPr>
          <a:lstStyle>
            <a:lvl1pPr lvl="0" algn="l">
              <a:lnSpc>
                <a:spcPct val="100000"/>
              </a:lnSpc>
              <a:spcBef>
                <a:spcPts val="0"/>
              </a:spcBef>
              <a:spcAft>
                <a:spcPts val="0"/>
              </a:spcAft>
              <a:buSzPts val="6400"/>
              <a:buNone/>
              <a:defRPr sz="6400"/>
            </a:lvl1pPr>
            <a:lvl2pPr lvl="1" algn="l">
              <a:lnSpc>
                <a:spcPct val="100000"/>
              </a:lnSpc>
              <a:spcBef>
                <a:spcPts val="0"/>
              </a:spcBef>
              <a:spcAft>
                <a:spcPts val="0"/>
              </a:spcAft>
              <a:buSzPts val="6400"/>
              <a:buNone/>
              <a:defRPr sz="6400"/>
            </a:lvl2pPr>
            <a:lvl3pPr lvl="2" algn="l">
              <a:lnSpc>
                <a:spcPct val="100000"/>
              </a:lnSpc>
              <a:spcBef>
                <a:spcPts val="0"/>
              </a:spcBef>
              <a:spcAft>
                <a:spcPts val="0"/>
              </a:spcAft>
              <a:buSzPts val="6400"/>
              <a:buNone/>
              <a:defRPr sz="6400"/>
            </a:lvl3pPr>
            <a:lvl4pPr lvl="3" algn="l">
              <a:lnSpc>
                <a:spcPct val="100000"/>
              </a:lnSpc>
              <a:spcBef>
                <a:spcPts val="0"/>
              </a:spcBef>
              <a:spcAft>
                <a:spcPts val="0"/>
              </a:spcAft>
              <a:buSzPts val="6400"/>
              <a:buNone/>
              <a:defRPr sz="6400"/>
            </a:lvl4pPr>
            <a:lvl5pPr lvl="4" algn="l">
              <a:lnSpc>
                <a:spcPct val="100000"/>
              </a:lnSpc>
              <a:spcBef>
                <a:spcPts val="0"/>
              </a:spcBef>
              <a:spcAft>
                <a:spcPts val="0"/>
              </a:spcAft>
              <a:buSzPts val="6400"/>
              <a:buNone/>
              <a:defRPr sz="6400"/>
            </a:lvl5pPr>
            <a:lvl6pPr lvl="5" algn="l">
              <a:lnSpc>
                <a:spcPct val="100000"/>
              </a:lnSpc>
              <a:spcBef>
                <a:spcPts val="0"/>
              </a:spcBef>
              <a:spcAft>
                <a:spcPts val="0"/>
              </a:spcAft>
              <a:buSzPts val="6400"/>
              <a:buNone/>
              <a:defRPr sz="6400"/>
            </a:lvl6pPr>
            <a:lvl7pPr lvl="6" algn="l">
              <a:lnSpc>
                <a:spcPct val="100000"/>
              </a:lnSpc>
              <a:spcBef>
                <a:spcPts val="0"/>
              </a:spcBef>
              <a:spcAft>
                <a:spcPts val="0"/>
              </a:spcAft>
              <a:buSzPts val="6400"/>
              <a:buNone/>
              <a:defRPr sz="6400"/>
            </a:lvl7pPr>
            <a:lvl8pPr lvl="7" algn="l">
              <a:lnSpc>
                <a:spcPct val="100000"/>
              </a:lnSpc>
              <a:spcBef>
                <a:spcPts val="0"/>
              </a:spcBef>
              <a:spcAft>
                <a:spcPts val="0"/>
              </a:spcAft>
              <a:buSzPts val="6400"/>
              <a:buNone/>
              <a:defRPr sz="6400"/>
            </a:lvl8pPr>
            <a:lvl9pPr lvl="8" algn="l">
              <a:lnSpc>
                <a:spcPct val="100000"/>
              </a:lnSpc>
              <a:spcBef>
                <a:spcPts val="0"/>
              </a:spcBef>
              <a:spcAft>
                <a:spcPts val="0"/>
              </a:spcAft>
              <a:buSzPts val="6400"/>
              <a:buNone/>
              <a:defRPr sz="6400"/>
            </a:lvl9pPr>
          </a:lstStyle>
          <a:p/>
        </p:txBody>
      </p:sp>
      <p:sp>
        <p:nvSpPr>
          <p:cNvPr id="158" name="Google Shape;158;g38b89f731a7_9_188"/>
          <p:cNvSpPr txBox="1"/>
          <p:nvPr>
            <p:ph idx="12" type="sldNum"/>
          </p:nvPr>
        </p:nvSpPr>
        <p:spPr>
          <a:xfrm>
            <a:off x="11296611" y="6217623"/>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59" name="Shape 159"/>
        <p:cNvGrpSpPr/>
        <p:nvPr/>
      </p:nvGrpSpPr>
      <p:grpSpPr>
        <a:xfrm>
          <a:off x="0" y="0"/>
          <a:ext cx="0" cy="0"/>
          <a:chOff x="0" y="0"/>
          <a:chExt cx="0" cy="0"/>
        </a:xfrm>
      </p:grpSpPr>
      <p:sp>
        <p:nvSpPr>
          <p:cNvPr id="160" name="Google Shape;160;g38b89f731a7_9_191"/>
          <p:cNvSpPr/>
          <p:nvPr/>
        </p:nvSpPr>
        <p:spPr>
          <a:xfrm>
            <a:off x="6096000" y="-167"/>
            <a:ext cx="6096000" cy="6858000"/>
          </a:xfrm>
          <a:prstGeom prst="rect">
            <a:avLst/>
          </a:prstGeom>
          <a:solidFill>
            <a:schemeClr val="lt2"/>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61" name="Google Shape;161;g38b89f731a7_9_191"/>
          <p:cNvSpPr txBox="1"/>
          <p:nvPr>
            <p:ph type="title"/>
          </p:nvPr>
        </p:nvSpPr>
        <p:spPr>
          <a:xfrm>
            <a:off x="354000" y="1644233"/>
            <a:ext cx="5393700" cy="1976400"/>
          </a:xfrm>
          <a:prstGeom prst="rect">
            <a:avLst/>
          </a:prstGeom>
          <a:noFill/>
          <a:ln>
            <a:noFill/>
          </a:ln>
        </p:spPr>
        <p:txBody>
          <a:bodyPr anchorCtr="0" anchor="b" bIns="121900" lIns="121900" spcFirstLastPara="1" rIns="121900" wrap="square" tIns="121900">
            <a:normAutofit/>
          </a:bodyPr>
          <a:lstStyle>
            <a:lvl1pPr lvl="0" algn="ctr">
              <a:lnSpc>
                <a:spcPct val="100000"/>
              </a:lnSpc>
              <a:spcBef>
                <a:spcPts val="0"/>
              </a:spcBef>
              <a:spcAft>
                <a:spcPts val="0"/>
              </a:spcAft>
              <a:buSzPts val="5600"/>
              <a:buNone/>
              <a:defRPr sz="5600"/>
            </a:lvl1pPr>
            <a:lvl2pPr lvl="1" algn="ctr">
              <a:lnSpc>
                <a:spcPct val="100000"/>
              </a:lnSpc>
              <a:spcBef>
                <a:spcPts val="0"/>
              </a:spcBef>
              <a:spcAft>
                <a:spcPts val="0"/>
              </a:spcAft>
              <a:buSzPts val="5600"/>
              <a:buNone/>
              <a:defRPr sz="5600"/>
            </a:lvl2pPr>
            <a:lvl3pPr lvl="2" algn="ctr">
              <a:lnSpc>
                <a:spcPct val="100000"/>
              </a:lnSpc>
              <a:spcBef>
                <a:spcPts val="0"/>
              </a:spcBef>
              <a:spcAft>
                <a:spcPts val="0"/>
              </a:spcAft>
              <a:buSzPts val="5600"/>
              <a:buNone/>
              <a:defRPr sz="5600"/>
            </a:lvl3pPr>
            <a:lvl4pPr lvl="3" algn="ctr">
              <a:lnSpc>
                <a:spcPct val="100000"/>
              </a:lnSpc>
              <a:spcBef>
                <a:spcPts val="0"/>
              </a:spcBef>
              <a:spcAft>
                <a:spcPts val="0"/>
              </a:spcAft>
              <a:buSzPts val="5600"/>
              <a:buNone/>
              <a:defRPr sz="5600"/>
            </a:lvl4pPr>
            <a:lvl5pPr lvl="4" algn="ctr">
              <a:lnSpc>
                <a:spcPct val="100000"/>
              </a:lnSpc>
              <a:spcBef>
                <a:spcPts val="0"/>
              </a:spcBef>
              <a:spcAft>
                <a:spcPts val="0"/>
              </a:spcAft>
              <a:buSzPts val="5600"/>
              <a:buNone/>
              <a:defRPr sz="5600"/>
            </a:lvl5pPr>
            <a:lvl6pPr lvl="5" algn="ctr">
              <a:lnSpc>
                <a:spcPct val="100000"/>
              </a:lnSpc>
              <a:spcBef>
                <a:spcPts val="0"/>
              </a:spcBef>
              <a:spcAft>
                <a:spcPts val="0"/>
              </a:spcAft>
              <a:buSzPts val="5600"/>
              <a:buNone/>
              <a:defRPr sz="5600"/>
            </a:lvl6pPr>
            <a:lvl7pPr lvl="6" algn="ctr">
              <a:lnSpc>
                <a:spcPct val="100000"/>
              </a:lnSpc>
              <a:spcBef>
                <a:spcPts val="0"/>
              </a:spcBef>
              <a:spcAft>
                <a:spcPts val="0"/>
              </a:spcAft>
              <a:buSzPts val="5600"/>
              <a:buNone/>
              <a:defRPr sz="5600"/>
            </a:lvl7pPr>
            <a:lvl8pPr lvl="7" algn="ctr">
              <a:lnSpc>
                <a:spcPct val="100000"/>
              </a:lnSpc>
              <a:spcBef>
                <a:spcPts val="0"/>
              </a:spcBef>
              <a:spcAft>
                <a:spcPts val="0"/>
              </a:spcAft>
              <a:buSzPts val="5600"/>
              <a:buNone/>
              <a:defRPr sz="5600"/>
            </a:lvl8pPr>
            <a:lvl9pPr lvl="8" algn="ctr">
              <a:lnSpc>
                <a:spcPct val="100000"/>
              </a:lnSpc>
              <a:spcBef>
                <a:spcPts val="0"/>
              </a:spcBef>
              <a:spcAft>
                <a:spcPts val="0"/>
              </a:spcAft>
              <a:buSzPts val="5600"/>
              <a:buNone/>
              <a:defRPr sz="5600"/>
            </a:lvl9pPr>
          </a:lstStyle>
          <a:p/>
        </p:txBody>
      </p:sp>
      <p:sp>
        <p:nvSpPr>
          <p:cNvPr id="162" name="Google Shape;162;g38b89f731a7_9_191"/>
          <p:cNvSpPr txBox="1"/>
          <p:nvPr>
            <p:ph idx="1" type="subTitle"/>
          </p:nvPr>
        </p:nvSpPr>
        <p:spPr>
          <a:xfrm>
            <a:off x="354000" y="3737433"/>
            <a:ext cx="5393700" cy="1646700"/>
          </a:xfrm>
          <a:prstGeom prst="rect">
            <a:avLst/>
          </a:prstGeom>
          <a:noFill/>
          <a:ln>
            <a:noFill/>
          </a:ln>
        </p:spPr>
        <p:txBody>
          <a:bodyPr anchorCtr="0" anchor="t" bIns="121900" lIns="121900" spcFirstLastPara="1" rIns="121900" wrap="square" tIns="12190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3" name="Google Shape;163;g38b89f731a7_9_191"/>
          <p:cNvSpPr txBox="1"/>
          <p:nvPr>
            <p:ph idx="2" type="body"/>
          </p:nvPr>
        </p:nvSpPr>
        <p:spPr>
          <a:xfrm>
            <a:off x="6586000" y="965433"/>
            <a:ext cx="5115900" cy="4926900"/>
          </a:xfrm>
          <a:prstGeom prst="rect">
            <a:avLst/>
          </a:prstGeom>
          <a:noFill/>
          <a:ln>
            <a:noFill/>
          </a:ln>
        </p:spPr>
        <p:txBody>
          <a:bodyPr anchorCtr="0" anchor="ctr" bIns="121900" lIns="121900" spcFirstLastPara="1" rIns="121900" wrap="square" tIns="121900">
            <a:normAutofit/>
          </a:bodyPr>
          <a:lstStyle>
            <a:lvl1pPr indent="-381000" lvl="0" marL="457200" algn="l">
              <a:lnSpc>
                <a:spcPct val="115000"/>
              </a:lnSpc>
              <a:spcBef>
                <a:spcPts val="0"/>
              </a:spcBef>
              <a:spcAft>
                <a:spcPts val="0"/>
              </a:spcAft>
              <a:buSzPts val="2400"/>
              <a:buChar char="●"/>
              <a:defRPr/>
            </a:lvl1pPr>
            <a:lvl2pPr indent="-349250" lvl="1" marL="914400" algn="l">
              <a:lnSpc>
                <a:spcPct val="115000"/>
              </a:lnSpc>
              <a:spcBef>
                <a:spcPts val="0"/>
              </a:spcBef>
              <a:spcAft>
                <a:spcPts val="0"/>
              </a:spcAft>
              <a:buSzPts val="1900"/>
              <a:buChar char="○"/>
              <a:defRPr/>
            </a:lvl2pPr>
            <a:lvl3pPr indent="-349250" lvl="2" marL="1371600" algn="l">
              <a:lnSpc>
                <a:spcPct val="115000"/>
              </a:lnSpc>
              <a:spcBef>
                <a:spcPts val="0"/>
              </a:spcBef>
              <a:spcAft>
                <a:spcPts val="0"/>
              </a:spcAft>
              <a:buSzPts val="1900"/>
              <a:buChar char="■"/>
              <a:defRPr/>
            </a:lvl3pPr>
            <a:lvl4pPr indent="-349250" lvl="3" marL="1828800" algn="l">
              <a:lnSpc>
                <a:spcPct val="115000"/>
              </a:lnSpc>
              <a:spcBef>
                <a:spcPts val="0"/>
              </a:spcBef>
              <a:spcAft>
                <a:spcPts val="0"/>
              </a:spcAft>
              <a:buSzPts val="1900"/>
              <a:buChar char="●"/>
              <a:defRPr/>
            </a:lvl4pPr>
            <a:lvl5pPr indent="-349250" lvl="4" marL="2286000" algn="l">
              <a:lnSpc>
                <a:spcPct val="115000"/>
              </a:lnSpc>
              <a:spcBef>
                <a:spcPts val="0"/>
              </a:spcBef>
              <a:spcAft>
                <a:spcPts val="0"/>
              </a:spcAft>
              <a:buSzPts val="1900"/>
              <a:buChar char="○"/>
              <a:defRPr/>
            </a:lvl5pPr>
            <a:lvl6pPr indent="-349250" lvl="5" marL="2743200" algn="l">
              <a:lnSpc>
                <a:spcPct val="115000"/>
              </a:lnSpc>
              <a:spcBef>
                <a:spcPts val="0"/>
              </a:spcBef>
              <a:spcAft>
                <a:spcPts val="0"/>
              </a:spcAft>
              <a:buSzPts val="1900"/>
              <a:buChar char="■"/>
              <a:defRPr/>
            </a:lvl6pPr>
            <a:lvl7pPr indent="-349250" lvl="6" marL="3200400" algn="l">
              <a:lnSpc>
                <a:spcPct val="115000"/>
              </a:lnSpc>
              <a:spcBef>
                <a:spcPts val="0"/>
              </a:spcBef>
              <a:spcAft>
                <a:spcPts val="0"/>
              </a:spcAft>
              <a:buSzPts val="1900"/>
              <a:buChar char="●"/>
              <a:defRPr/>
            </a:lvl7pPr>
            <a:lvl8pPr indent="-349250" lvl="7" marL="3657600" algn="l">
              <a:lnSpc>
                <a:spcPct val="115000"/>
              </a:lnSpc>
              <a:spcBef>
                <a:spcPts val="0"/>
              </a:spcBef>
              <a:spcAft>
                <a:spcPts val="0"/>
              </a:spcAft>
              <a:buSzPts val="1900"/>
              <a:buChar char="○"/>
              <a:defRPr/>
            </a:lvl8pPr>
            <a:lvl9pPr indent="-349250" lvl="8" marL="4114800" algn="l">
              <a:lnSpc>
                <a:spcPct val="115000"/>
              </a:lnSpc>
              <a:spcBef>
                <a:spcPts val="0"/>
              </a:spcBef>
              <a:spcAft>
                <a:spcPts val="0"/>
              </a:spcAft>
              <a:buSzPts val="1900"/>
              <a:buChar char="■"/>
              <a:defRPr/>
            </a:lvl9pPr>
          </a:lstStyle>
          <a:p/>
        </p:txBody>
      </p:sp>
      <p:sp>
        <p:nvSpPr>
          <p:cNvPr id="164" name="Google Shape;164;g38b89f731a7_9_191"/>
          <p:cNvSpPr txBox="1"/>
          <p:nvPr>
            <p:ph idx="12" type="sldNum"/>
          </p:nvPr>
        </p:nvSpPr>
        <p:spPr>
          <a:xfrm>
            <a:off x="11296611" y="6217623"/>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65" name="Shape 165"/>
        <p:cNvGrpSpPr/>
        <p:nvPr/>
      </p:nvGrpSpPr>
      <p:grpSpPr>
        <a:xfrm>
          <a:off x="0" y="0"/>
          <a:ext cx="0" cy="0"/>
          <a:chOff x="0" y="0"/>
          <a:chExt cx="0" cy="0"/>
        </a:xfrm>
      </p:grpSpPr>
      <p:sp>
        <p:nvSpPr>
          <p:cNvPr id="166" name="Google Shape;166;g38b89f731a7_9_197"/>
          <p:cNvSpPr txBox="1"/>
          <p:nvPr>
            <p:ph idx="1" type="body"/>
          </p:nvPr>
        </p:nvSpPr>
        <p:spPr>
          <a:xfrm>
            <a:off x="415600" y="5640767"/>
            <a:ext cx="7998300" cy="806700"/>
          </a:xfrm>
          <a:prstGeom prst="rect">
            <a:avLst/>
          </a:prstGeom>
          <a:noFill/>
          <a:ln>
            <a:noFill/>
          </a:ln>
        </p:spPr>
        <p:txBody>
          <a:bodyPr anchorCtr="0" anchor="ctr" bIns="121900" lIns="121900" spcFirstLastPara="1" rIns="121900" wrap="square" tIns="121900">
            <a:normAutofit/>
          </a:bodyPr>
          <a:lstStyle>
            <a:lvl1pPr indent="-228600" lvl="0" marL="457200" algn="l">
              <a:lnSpc>
                <a:spcPct val="100000"/>
              </a:lnSpc>
              <a:spcBef>
                <a:spcPts val="0"/>
              </a:spcBef>
              <a:spcAft>
                <a:spcPts val="0"/>
              </a:spcAft>
              <a:buSzPts val="2400"/>
              <a:buNone/>
              <a:defRPr/>
            </a:lvl1pPr>
          </a:lstStyle>
          <a:p/>
        </p:txBody>
      </p:sp>
      <p:sp>
        <p:nvSpPr>
          <p:cNvPr id="167" name="Google Shape;167;g38b89f731a7_9_197"/>
          <p:cNvSpPr txBox="1"/>
          <p:nvPr>
            <p:ph idx="12" type="sldNum"/>
          </p:nvPr>
        </p:nvSpPr>
        <p:spPr>
          <a:xfrm>
            <a:off x="11296611" y="6217623"/>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68" name="Shape 168"/>
        <p:cNvGrpSpPr/>
        <p:nvPr/>
      </p:nvGrpSpPr>
      <p:grpSpPr>
        <a:xfrm>
          <a:off x="0" y="0"/>
          <a:ext cx="0" cy="0"/>
          <a:chOff x="0" y="0"/>
          <a:chExt cx="0" cy="0"/>
        </a:xfrm>
      </p:grpSpPr>
      <p:sp>
        <p:nvSpPr>
          <p:cNvPr id="169" name="Google Shape;169;g38b89f731a7_9_200"/>
          <p:cNvSpPr txBox="1"/>
          <p:nvPr>
            <p:ph hasCustomPrompt="1" type="title"/>
          </p:nvPr>
        </p:nvSpPr>
        <p:spPr>
          <a:xfrm>
            <a:off x="415600" y="1474833"/>
            <a:ext cx="11360700" cy="2618100"/>
          </a:xfrm>
          <a:prstGeom prst="rect">
            <a:avLst/>
          </a:prstGeom>
          <a:noFill/>
          <a:ln>
            <a:noFill/>
          </a:ln>
        </p:spPr>
        <p:txBody>
          <a:bodyPr anchorCtr="0" anchor="b" bIns="121900" lIns="121900" spcFirstLastPara="1" rIns="121900" wrap="square" tIns="121900">
            <a:normAutofit/>
          </a:bodyPr>
          <a:lstStyle>
            <a:lvl1pPr lvl="0" algn="ctr">
              <a:lnSpc>
                <a:spcPct val="100000"/>
              </a:lnSpc>
              <a:spcBef>
                <a:spcPts val="0"/>
              </a:spcBef>
              <a:spcAft>
                <a:spcPts val="0"/>
              </a:spcAft>
              <a:buSzPts val="16000"/>
              <a:buNone/>
              <a:defRPr sz="16000"/>
            </a:lvl1pPr>
            <a:lvl2pPr lvl="1" algn="ctr">
              <a:lnSpc>
                <a:spcPct val="100000"/>
              </a:lnSpc>
              <a:spcBef>
                <a:spcPts val="0"/>
              </a:spcBef>
              <a:spcAft>
                <a:spcPts val="0"/>
              </a:spcAft>
              <a:buSzPts val="16000"/>
              <a:buNone/>
              <a:defRPr sz="16000"/>
            </a:lvl2pPr>
            <a:lvl3pPr lvl="2" algn="ctr">
              <a:lnSpc>
                <a:spcPct val="100000"/>
              </a:lnSpc>
              <a:spcBef>
                <a:spcPts val="0"/>
              </a:spcBef>
              <a:spcAft>
                <a:spcPts val="0"/>
              </a:spcAft>
              <a:buSzPts val="16000"/>
              <a:buNone/>
              <a:defRPr sz="16000"/>
            </a:lvl3pPr>
            <a:lvl4pPr lvl="3" algn="ctr">
              <a:lnSpc>
                <a:spcPct val="100000"/>
              </a:lnSpc>
              <a:spcBef>
                <a:spcPts val="0"/>
              </a:spcBef>
              <a:spcAft>
                <a:spcPts val="0"/>
              </a:spcAft>
              <a:buSzPts val="16000"/>
              <a:buNone/>
              <a:defRPr sz="16000"/>
            </a:lvl4pPr>
            <a:lvl5pPr lvl="4" algn="ctr">
              <a:lnSpc>
                <a:spcPct val="100000"/>
              </a:lnSpc>
              <a:spcBef>
                <a:spcPts val="0"/>
              </a:spcBef>
              <a:spcAft>
                <a:spcPts val="0"/>
              </a:spcAft>
              <a:buSzPts val="16000"/>
              <a:buNone/>
              <a:defRPr sz="16000"/>
            </a:lvl5pPr>
            <a:lvl6pPr lvl="5" algn="ctr">
              <a:lnSpc>
                <a:spcPct val="100000"/>
              </a:lnSpc>
              <a:spcBef>
                <a:spcPts val="0"/>
              </a:spcBef>
              <a:spcAft>
                <a:spcPts val="0"/>
              </a:spcAft>
              <a:buSzPts val="16000"/>
              <a:buNone/>
              <a:defRPr sz="16000"/>
            </a:lvl6pPr>
            <a:lvl7pPr lvl="6" algn="ctr">
              <a:lnSpc>
                <a:spcPct val="100000"/>
              </a:lnSpc>
              <a:spcBef>
                <a:spcPts val="0"/>
              </a:spcBef>
              <a:spcAft>
                <a:spcPts val="0"/>
              </a:spcAft>
              <a:buSzPts val="16000"/>
              <a:buNone/>
              <a:defRPr sz="16000"/>
            </a:lvl7pPr>
            <a:lvl8pPr lvl="7" algn="ctr">
              <a:lnSpc>
                <a:spcPct val="100000"/>
              </a:lnSpc>
              <a:spcBef>
                <a:spcPts val="0"/>
              </a:spcBef>
              <a:spcAft>
                <a:spcPts val="0"/>
              </a:spcAft>
              <a:buSzPts val="16000"/>
              <a:buNone/>
              <a:defRPr sz="16000"/>
            </a:lvl8pPr>
            <a:lvl9pPr lvl="8" algn="ctr">
              <a:lnSpc>
                <a:spcPct val="100000"/>
              </a:lnSpc>
              <a:spcBef>
                <a:spcPts val="0"/>
              </a:spcBef>
              <a:spcAft>
                <a:spcPts val="0"/>
              </a:spcAft>
              <a:buSzPts val="16000"/>
              <a:buNone/>
              <a:defRPr sz="16000"/>
            </a:lvl9pPr>
          </a:lstStyle>
          <a:p>
            <a:r>
              <a:t>xx%</a:t>
            </a:r>
          </a:p>
        </p:txBody>
      </p:sp>
      <p:sp>
        <p:nvSpPr>
          <p:cNvPr id="170" name="Google Shape;170;g38b89f731a7_9_200"/>
          <p:cNvSpPr txBox="1"/>
          <p:nvPr>
            <p:ph idx="1" type="body"/>
          </p:nvPr>
        </p:nvSpPr>
        <p:spPr>
          <a:xfrm>
            <a:off x="415600" y="4202967"/>
            <a:ext cx="11360700" cy="1734300"/>
          </a:xfrm>
          <a:prstGeom prst="rect">
            <a:avLst/>
          </a:prstGeom>
          <a:noFill/>
          <a:ln>
            <a:noFill/>
          </a:ln>
        </p:spPr>
        <p:txBody>
          <a:bodyPr anchorCtr="0" anchor="t" bIns="121900" lIns="121900" spcFirstLastPara="1" rIns="121900" wrap="square" tIns="121900">
            <a:normAutofit/>
          </a:bodyPr>
          <a:lstStyle>
            <a:lvl1pPr indent="-381000" lvl="0" marL="457200" algn="ctr">
              <a:lnSpc>
                <a:spcPct val="115000"/>
              </a:lnSpc>
              <a:spcBef>
                <a:spcPts val="0"/>
              </a:spcBef>
              <a:spcAft>
                <a:spcPts val="0"/>
              </a:spcAft>
              <a:buSzPts val="2400"/>
              <a:buChar char="●"/>
              <a:defRPr/>
            </a:lvl1pPr>
            <a:lvl2pPr indent="-349250" lvl="1" marL="914400" algn="ctr">
              <a:lnSpc>
                <a:spcPct val="115000"/>
              </a:lnSpc>
              <a:spcBef>
                <a:spcPts val="0"/>
              </a:spcBef>
              <a:spcAft>
                <a:spcPts val="0"/>
              </a:spcAft>
              <a:buSzPts val="1900"/>
              <a:buChar char="○"/>
              <a:defRPr/>
            </a:lvl2pPr>
            <a:lvl3pPr indent="-349250" lvl="2" marL="1371600" algn="ctr">
              <a:lnSpc>
                <a:spcPct val="115000"/>
              </a:lnSpc>
              <a:spcBef>
                <a:spcPts val="0"/>
              </a:spcBef>
              <a:spcAft>
                <a:spcPts val="0"/>
              </a:spcAft>
              <a:buSzPts val="1900"/>
              <a:buChar char="■"/>
              <a:defRPr/>
            </a:lvl3pPr>
            <a:lvl4pPr indent="-349250" lvl="3" marL="1828800" algn="ctr">
              <a:lnSpc>
                <a:spcPct val="115000"/>
              </a:lnSpc>
              <a:spcBef>
                <a:spcPts val="0"/>
              </a:spcBef>
              <a:spcAft>
                <a:spcPts val="0"/>
              </a:spcAft>
              <a:buSzPts val="1900"/>
              <a:buChar char="●"/>
              <a:defRPr/>
            </a:lvl4pPr>
            <a:lvl5pPr indent="-349250" lvl="4" marL="2286000" algn="ctr">
              <a:lnSpc>
                <a:spcPct val="115000"/>
              </a:lnSpc>
              <a:spcBef>
                <a:spcPts val="0"/>
              </a:spcBef>
              <a:spcAft>
                <a:spcPts val="0"/>
              </a:spcAft>
              <a:buSzPts val="1900"/>
              <a:buChar char="○"/>
              <a:defRPr/>
            </a:lvl5pPr>
            <a:lvl6pPr indent="-349250" lvl="5" marL="2743200" algn="ctr">
              <a:lnSpc>
                <a:spcPct val="115000"/>
              </a:lnSpc>
              <a:spcBef>
                <a:spcPts val="0"/>
              </a:spcBef>
              <a:spcAft>
                <a:spcPts val="0"/>
              </a:spcAft>
              <a:buSzPts val="1900"/>
              <a:buChar char="■"/>
              <a:defRPr/>
            </a:lvl6pPr>
            <a:lvl7pPr indent="-349250" lvl="6" marL="3200400" algn="ctr">
              <a:lnSpc>
                <a:spcPct val="115000"/>
              </a:lnSpc>
              <a:spcBef>
                <a:spcPts val="0"/>
              </a:spcBef>
              <a:spcAft>
                <a:spcPts val="0"/>
              </a:spcAft>
              <a:buSzPts val="1900"/>
              <a:buChar char="●"/>
              <a:defRPr/>
            </a:lvl7pPr>
            <a:lvl8pPr indent="-349250" lvl="7" marL="3657600" algn="ctr">
              <a:lnSpc>
                <a:spcPct val="115000"/>
              </a:lnSpc>
              <a:spcBef>
                <a:spcPts val="0"/>
              </a:spcBef>
              <a:spcAft>
                <a:spcPts val="0"/>
              </a:spcAft>
              <a:buSzPts val="1900"/>
              <a:buChar char="○"/>
              <a:defRPr/>
            </a:lvl8pPr>
            <a:lvl9pPr indent="-349250" lvl="8" marL="4114800" algn="ctr">
              <a:lnSpc>
                <a:spcPct val="115000"/>
              </a:lnSpc>
              <a:spcBef>
                <a:spcPts val="0"/>
              </a:spcBef>
              <a:spcAft>
                <a:spcPts val="0"/>
              </a:spcAft>
              <a:buSzPts val="1900"/>
              <a:buChar char="■"/>
              <a:defRPr/>
            </a:lvl9pPr>
          </a:lstStyle>
          <a:p/>
        </p:txBody>
      </p:sp>
      <p:sp>
        <p:nvSpPr>
          <p:cNvPr id="171" name="Google Shape;171;g38b89f731a7_9_200"/>
          <p:cNvSpPr txBox="1"/>
          <p:nvPr>
            <p:ph idx="12" type="sldNum"/>
          </p:nvPr>
        </p:nvSpPr>
        <p:spPr>
          <a:xfrm>
            <a:off x="11296611" y="6217623"/>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72" name="Shape 172"/>
        <p:cNvGrpSpPr/>
        <p:nvPr/>
      </p:nvGrpSpPr>
      <p:grpSpPr>
        <a:xfrm>
          <a:off x="0" y="0"/>
          <a:ext cx="0" cy="0"/>
          <a:chOff x="0" y="0"/>
          <a:chExt cx="0" cy="0"/>
        </a:xfrm>
      </p:grpSpPr>
      <p:sp>
        <p:nvSpPr>
          <p:cNvPr id="173" name="Google Shape;173;g38b89f731a7_9_204"/>
          <p:cNvSpPr txBox="1"/>
          <p:nvPr>
            <p:ph idx="12" type="sldNum"/>
          </p:nvPr>
        </p:nvSpPr>
        <p:spPr>
          <a:xfrm>
            <a:off x="11296611" y="6217623"/>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l-PL"/>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2" Type="http://schemas.openxmlformats.org/officeDocument/2006/relationships/theme" Target="../theme/theme4.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2.xml"/><Relationship Id="rId10" Type="http://schemas.openxmlformats.org/officeDocument/2006/relationships/slideLayout" Target="../slideLayouts/slideLayout31.xml"/><Relationship Id="rId13" Type="http://schemas.openxmlformats.org/officeDocument/2006/relationships/theme" Target="../theme/theme3.xml"/><Relationship Id="rId12" Type="http://schemas.openxmlformats.org/officeDocument/2006/relationships/slideLayout" Target="../slideLayouts/slideLayout33.xml"/><Relationship Id="rId1" Type="http://schemas.openxmlformats.org/officeDocument/2006/relationships/image" Target="../media/image1.png"/><Relationship Id="rId2" Type="http://schemas.openxmlformats.org/officeDocument/2006/relationships/slideLayout" Target="../slideLayouts/slideLayout23.xml"/><Relationship Id="rId3" Type="http://schemas.openxmlformats.org/officeDocument/2006/relationships/slideLayout" Target="../slideLayouts/slideLayout24.xml"/><Relationship Id="rId4" Type="http://schemas.openxmlformats.org/officeDocument/2006/relationships/slideLayout" Target="../slideLayouts/slideLayout25.xml"/><Relationship Id="rId9" Type="http://schemas.openxmlformats.org/officeDocument/2006/relationships/slideLayout" Target="../slideLayouts/slideLayout30.xml"/><Relationship Id="rId5" Type="http://schemas.openxmlformats.org/officeDocument/2006/relationships/slideLayout" Target="../slideLayouts/slideLayout26.xml"/><Relationship Id="rId6" Type="http://schemas.openxmlformats.org/officeDocument/2006/relationships/slideLayout" Target="../slideLayouts/slideLayout27.xml"/><Relationship Id="rId7" Type="http://schemas.openxmlformats.org/officeDocument/2006/relationships/slideLayout" Target="../slideLayouts/slideLayout28.xml"/><Relationship Id="rId8"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49"/>
          <p:cNvSpPr txBox="1"/>
          <p:nvPr>
            <p:ph type="title"/>
          </p:nvPr>
        </p:nvSpPr>
        <p:spPr>
          <a:xfrm>
            <a:off x="415600" y="593367"/>
            <a:ext cx="11360800" cy="7636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11" name="Google Shape;11;p49"/>
          <p:cNvSpPr txBox="1"/>
          <p:nvPr>
            <p:ph idx="1" type="body"/>
          </p:nvPr>
        </p:nvSpPr>
        <p:spPr>
          <a:xfrm>
            <a:off x="415600" y="1536633"/>
            <a:ext cx="11360800" cy="45552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9pPr>
          </a:lstStyle>
          <a:p/>
        </p:txBody>
      </p:sp>
      <p:sp>
        <p:nvSpPr>
          <p:cNvPr id="12" name="Google Shape;12;p49"/>
          <p:cNvSpPr txBox="1"/>
          <p:nvPr>
            <p:ph idx="12" type="sldNum"/>
          </p:nvPr>
        </p:nvSpPr>
        <p:spPr>
          <a:xfrm>
            <a:off x="11296611" y="6217623"/>
            <a:ext cx="731600" cy="524800"/>
          </a:xfrm>
          <a:prstGeom prst="rect">
            <a:avLst/>
          </a:prstGeom>
          <a:noFill/>
          <a:ln>
            <a:noFill/>
          </a:ln>
        </p:spPr>
        <p:txBody>
          <a:bodyPr anchorCtr="0" anchor="ctr" bIns="91425" lIns="91425" spcFirstLastPara="1" rIns="91425" wrap="square" tIns="91425">
            <a:normAutofit/>
          </a:bodyPr>
          <a:lstStyle>
            <a:lvl1pPr indent="0" lvl="0" marL="0" marR="0" rtl="0" algn="r">
              <a:buClr>
                <a:schemeClr val="dk2"/>
              </a:buClr>
              <a:buSzPts val="1333"/>
              <a:buFont typeface="Arial"/>
              <a:buNone/>
              <a:defRPr b="0" i="0" sz="1333" u="none" cap="none" strike="noStrike">
                <a:solidFill>
                  <a:schemeClr val="dk2"/>
                </a:solidFill>
                <a:latin typeface="Arial"/>
                <a:ea typeface="Arial"/>
                <a:cs typeface="Arial"/>
                <a:sym typeface="Arial"/>
              </a:defRPr>
            </a:lvl1pPr>
            <a:lvl2pPr indent="0" lvl="1" marL="0" marR="0" rtl="0" algn="r">
              <a:buClr>
                <a:schemeClr val="dk2"/>
              </a:buClr>
              <a:buSzPts val="1333"/>
              <a:buFont typeface="Arial"/>
              <a:buNone/>
              <a:defRPr b="0" i="0" sz="1333" u="none" cap="none" strike="noStrike">
                <a:solidFill>
                  <a:schemeClr val="dk2"/>
                </a:solidFill>
                <a:latin typeface="Arial"/>
                <a:ea typeface="Arial"/>
                <a:cs typeface="Arial"/>
                <a:sym typeface="Arial"/>
              </a:defRPr>
            </a:lvl2pPr>
            <a:lvl3pPr indent="0" lvl="2" marL="0" marR="0" rtl="0" algn="r">
              <a:buClr>
                <a:schemeClr val="dk2"/>
              </a:buClr>
              <a:buSzPts val="1333"/>
              <a:buFont typeface="Arial"/>
              <a:buNone/>
              <a:defRPr b="0" i="0" sz="1333" u="none" cap="none" strike="noStrike">
                <a:solidFill>
                  <a:schemeClr val="dk2"/>
                </a:solidFill>
                <a:latin typeface="Arial"/>
                <a:ea typeface="Arial"/>
                <a:cs typeface="Arial"/>
                <a:sym typeface="Arial"/>
              </a:defRPr>
            </a:lvl3pPr>
            <a:lvl4pPr indent="0" lvl="3" marL="0" marR="0" rtl="0" algn="r">
              <a:buClr>
                <a:schemeClr val="dk2"/>
              </a:buClr>
              <a:buSzPts val="1333"/>
              <a:buFont typeface="Arial"/>
              <a:buNone/>
              <a:defRPr b="0" i="0" sz="1333" u="none" cap="none" strike="noStrike">
                <a:solidFill>
                  <a:schemeClr val="dk2"/>
                </a:solidFill>
                <a:latin typeface="Arial"/>
                <a:ea typeface="Arial"/>
                <a:cs typeface="Arial"/>
                <a:sym typeface="Arial"/>
              </a:defRPr>
            </a:lvl4pPr>
            <a:lvl5pPr indent="0" lvl="4" marL="0" marR="0" rtl="0" algn="r">
              <a:buClr>
                <a:schemeClr val="dk2"/>
              </a:buClr>
              <a:buSzPts val="1333"/>
              <a:buFont typeface="Arial"/>
              <a:buNone/>
              <a:defRPr b="0" i="0" sz="1333" u="none" cap="none" strike="noStrike">
                <a:solidFill>
                  <a:schemeClr val="dk2"/>
                </a:solidFill>
                <a:latin typeface="Arial"/>
                <a:ea typeface="Arial"/>
                <a:cs typeface="Arial"/>
                <a:sym typeface="Arial"/>
              </a:defRPr>
            </a:lvl5pPr>
            <a:lvl6pPr indent="0" lvl="5" marL="0" marR="0" rtl="0" algn="r">
              <a:buClr>
                <a:schemeClr val="dk2"/>
              </a:buClr>
              <a:buSzPts val="1333"/>
              <a:buFont typeface="Arial"/>
              <a:buNone/>
              <a:defRPr b="0" i="0" sz="1333" u="none" cap="none" strike="noStrike">
                <a:solidFill>
                  <a:schemeClr val="dk2"/>
                </a:solidFill>
                <a:latin typeface="Arial"/>
                <a:ea typeface="Arial"/>
                <a:cs typeface="Arial"/>
                <a:sym typeface="Arial"/>
              </a:defRPr>
            </a:lvl6pPr>
            <a:lvl7pPr indent="0" lvl="6" marL="0" marR="0" rtl="0" algn="r">
              <a:buClr>
                <a:schemeClr val="dk2"/>
              </a:buClr>
              <a:buSzPts val="1333"/>
              <a:buFont typeface="Arial"/>
              <a:buNone/>
              <a:defRPr b="0" i="0" sz="1333" u="none" cap="none" strike="noStrike">
                <a:solidFill>
                  <a:schemeClr val="dk2"/>
                </a:solidFill>
                <a:latin typeface="Arial"/>
                <a:ea typeface="Arial"/>
                <a:cs typeface="Arial"/>
                <a:sym typeface="Arial"/>
              </a:defRPr>
            </a:lvl7pPr>
            <a:lvl8pPr indent="0" lvl="7" marL="0" marR="0" rtl="0" algn="r">
              <a:buClr>
                <a:schemeClr val="dk2"/>
              </a:buClr>
              <a:buSzPts val="1333"/>
              <a:buFont typeface="Arial"/>
              <a:buNone/>
              <a:defRPr b="0" i="0" sz="1333" u="none" cap="none" strike="noStrike">
                <a:solidFill>
                  <a:schemeClr val="dk2"/>
                </a:solidFill>
                <a:latin typeface="Arial"/>
                <a:ea typeface="Arial"/>
                <a:cs typeface="Arial"/>
                <a:sym typeface="Arial"/>
              </a:defRPr>
            </a:lvl8pPr>
            <a:lvl9pPr indent="0" lvl="8" marL="0" marR="0" rtl="0" algn="r">
              <a:buClr>
                <a:schemeClr val="dk2"/>
              </a:buClr>
              <a:buSzPts val="1333"/>
              <a:buFont typeface="Arial"/>
              <a:buNone/>
              <a:defRPr b="0"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l-PL"/>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4" name="Shape 54"/>
        <p:cNvGrpSpPr/>
        <p:nvPr/>
      </p:nvGrpSpPr>
      <p:grpSpPr>
        <a:xfrm>
          <a:off x="0" y="0"/>
          <a:ext cx="0" cy="0"/>
          <a:chOff x="0" y="0"/>
          <a:chExt cx="0" cy="0"/>
        </a:xfrm>
      </p:grpSpPr>
      <p:sp>
        <p:nvSpPr>
          <p:cNvPr id="55" name="Google Shape;55;p5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Play"/>
              <a:buNone/>
              <a:defRPr b="0" i="0" sz="4400" u="none" cap="none" strike="noStrik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6" name="Google Shape;56;p5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57" name="Google Shape;57;p5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8" name="Google Shape;58;p5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9" name="Google Shape;59;p5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Arial"/>
                <a:ea typeface="Arial"/>
                <a:cs typeface="Arial"/>
                <a:sym typeface="Arial"/>
              </a:defRPr>
            </a:lvl1pPr>
            <a:lvl2pPr indent="0" lvl="1" marL="0" marR="0" rtl="0" algn="r">
              <a:spcBef>
                <a:spcPts val="0"/>
              </a:spcBef>
              <a:buNone/>
              <a:defRPr b="0" i="0" sz="1200" u="none" cap="none" strike="noStrike">
                <a:solidFill>
                  <a:srgbClr val="757575"/>
                </a:solidFill>
                <a:latin typeface="Arial"/>
                <a:ea typeface="Arial"/>
                <a:cs typeface="Arial"/>
                <a:sym typeface="Arial"/>
              </a:defRPr>
            </a:lvl2pPr>
            <a:lvl3pPr indent="0" lvl="2" marL="0" marR="0" rtl="0" algn="r">
              <a:spcBef>
                <a:spcPts val="0"/>
              </a:spcBef>
              <a:buNone/>
              <a:defRPr b="0" i="0" sz="1200" u="none" cap="none" strike="noStrike">
                <a:solidFill>
                  <a:srgbClr val="757575"/>
                </a:solidFill>
                <a:latin typeface="Arial"/>
                <a:ea typeface="Arial"/>
                <a:cs typeface="Arial"/>
                <a:sym typeface="Arial"/>
              </a:defRPr>
            </a:lvl3pPr>
            <a:lvl4pPr indent="0" lvl="3" marL="0" marR="0" rtl="0" algn="r">
              <a:spcBef>
                <a:spcPts val="0"/>
              </a:spcBef>
              <a:buNone/>
              <a:defRPr b="0" i="0" sz="1200" u="none" cap="none" strike="noStrike">
                <a:solidFill>
                  <a:srgbClr val="757575"/>
                </a:solidFill>
                <a:latin typeface="Arial"/>
                <a:ea typeface="Arial"/>
                <a:cs typeface="Arial"/>
                <a:sym typeface="Arial"/>
              </a:defRPr>
            </a:lvl4pPr>
            <a:lvl5pPr indent="0" lvl="4" marL="0" marR="0" rtl="0" algn="r">
              <a:spcBef>
                <a:spcPts val="0"/>
              </a:spcBef>
              <a:buNone/>
              <a:defRPr b="0" i="0" sz="1200" u="none" cap="none" strike="noStrike">
                <a:solidFill>
                  <a:srgbClr val="757575"/>
                </a:solidFill>
                <a:latin typeface="Arial"/>
                <a:ea typeface="Arial"/>
                <a:cs typeface="Arial"/>
                <a:sym typeface="Arial"/>
              </a:defRPr>
            </a:lvl5pPr>
            <a:lvl6pPr indent="0" lvl="5" marL="0" marR="0" rtl="0" algn="r">
              <a:spcBef>
                <a:spcPts val="0"/>
              </a:spcBef>
              <a:buNone/>
              <a:defRPr b="0" i="0" sz="1200" u="none" cap="none" strike="noStrike">
                <a:solidFill>
                  <a:srgbClr val="757575"/>
                </a:solidFill>
                <a:latin typeface="Arial"/>
                <a:ea typeface="Arial"/>
                <a:cs typeface="Arial"/>
                <a:sym typeface="Arial"/>
              </a:defRPr>
            </a:lvl6pPr>
            <a:lvl7pPr indent="0" lvl="6" marL="0" marR="0" rtl="0" algn="r">
              <a:spcBef>
                <a:spcPts val="0"/>
              </a:spcBef>
              <a:buNone/>
              <a:defRPr b="0" i="0" sz="1200" u="none" cap="none" strike="noStrike">
                <a:solidFill>
                  <a:srgbClr val="757575"/>
                </a:solidFill>
                <a:latin typeface="Arial"/>
                <a:ea typeface="Arial"/>
                <a:cs typeface="Arial"/>
                <a:sym typeface="Arial"/>
              </a:defRPr>
            </a:lvl7pPr>
            <a:lvl8pPr indent="0" lvl="7" marL="0" marR="0" rtl="0" algn="r">
              <a:spcBef>
                <a:spcPts val="0"/>
              </a:spcBef>
              <a:buNone/>
              <a:defRPr b="0" i="0" sz="1200" u="none" cap="none" strike="noStrike">
                <a:solidFill>
                  <a:srgbClr val="757575"/>
                </a:solidFill>
                <a:latin typeface="Arial"/>
                <a:ea typeface="Arial"/>
                <a:cs typeface="Arial"/>
                <a:sym typeface="Arial"/>
              </a:defRPr>
            </a:lvl8pPr>
            <a:lvl9pPr indent="0" lvl="8" marL="0" marR="0" rtl="0" algn="r">
              <a:spcBef>
                <a:spcPts val="0"/>
              </a:spcBef>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l-PL"/>
              <a:t>‹#›</a:t>
            </a:fld>
            <a:endParaRPr/>
          </a:p>
        </p:txBody>
      </p:sp>
    </p:spTree>
  </p:cSld>
  <p:clrMap accent1="accent1" accent2="accent2" accent3="accent3" accent4="accent4" accent5="accent5" accent6="accent6" bg1="lt1" bg2="dk2" tx1="dk1" tx2="lt2" folHlink="folHlink" hlink="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blipFill>
          <a:blip r:embed="rId1">
            <a:alphaModFix/>
          </a:blip>
          <a:stretch>
            <a:fillRect/>
          </a:stretch>
        </a:blipFill>
      </p:bgPr>
    </p:bg>
    <p:spTree>
      <p:nvGrpSpPr>
        <p:cNvPr id="129" name="Shape 129"/>
        <p:cNvGrpSpPr/>
        <p:nvPr/>
      </p:nvGrpSpPr>
      <p:grpSpPr>
        <a:xfrm>
          <a:off x="0" y="0"/>
          <a:ext cx="0" cy="0"/>
          <a:chOff x="0" y="0"/>
          <a:chExt cx="0" cy="0"/>
        </a:xfrm>
      </p:grpSpPr>
      <p:sp>
        <p:nvSpPr>
          <p:cNvPr id="130" name="Google Shape;130;g38b89f731a7_9_161"/>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rmAutofit/>
          </a:bodyPr>
          <a:lstStyle>
            <a:lvl1pPr lvl="0" marR="0" algn="l">
              <a:lnSpc>
                <a:spcPct val="100000"/>
              </a:lnSpc>
              <a:spcBef>
                <a:spcPts val="0"/>
              </a:spcBef>
              <a:spcAft>
                <a:spcPts val="0"/>
              </a:spcAft>
              <a:buClr>
                <a:schemeClr val="dk1"/>
              </a:buClr>
              <a:buSzPts val="3700"/>
              <a:buFont typeface="Arial"/>
              <a:buNone/>
              <a:defRPr b="0" i="0" sz="3700" u="none" cap="none" strike="noStrike">
                <a:solidFill>
                  <a:schemeClr val="dk1"/>
                </a:solidFill>
                <a:latin typeface="Arial"/>
                <a:ea typeface="Arial"/>
                <a:cs typeface="Arial"/>
                <a:sym typeface="Arial"/>
              </a:defRPr>
            </a:lvl1pPr>
            <a:lvl2pPr lvl="1" marR="0" algn="l">
              <a:lnSpc>
                <a:spcPct val="100000"/>
              </a:lnSpc>
              <a:spcBef>
                <a:spcPts val="0"/>
              </a:spcBef>
              <a:spcAft>
                <a:spcPts val="0"/>
              </a:spcAft>
              <a:buClr>
                <a:schemeClr val="dk1"/>
              </a:buClr>
              <a:buSzPts val="3700"/>
              <a:buFont typeface="Arial"/>
              <a:buNone/>
              <a:defRPr b="0" i="0" sz="3700" u="none" cap="none" strike="noStrike">
                <a:solidFill>
                  <a:schemeClr val="dk1"/>
                </a:solidFill>
                <a:latin typeface="Arial"/>
                <a:ea typeface="Arial"/>
                <a:cs typeface="Arial"/>
                <a:sym typeface="Arial"/>
              </a:defRPr>
            </a:lvl2pPr>
            <a:lvl3pPr lvl="2" marR="0" algn="l">
              <a:lnSpc>
                <a:spcPct val="100000"/>
              </a:lnSpc>
              <a:spcBef>
                <a:spcPts val="0"/>
              </a:spcBef>
              <a:spcAft>
                <a:spcPts val="0"/>
              </a:spcAft>
              <a:buClr>
                <a:schemeClr val="dk1"/>
              </a:buClr>
              <a:buSzPts val="3700"/>
              <a:buFont typeface="Arial"/>
              <a:buNone/>
              <a:defRPr b="0" i="0" sz="3700" u="none" cap="none" strike="noStrike">
                <a:solidFill>
                  <a:schemeClr val="dk1"/>
                </a:solidFill>
                <a:latin typeface="Arial"/>
                <a:ea typeface="Arial"/>
                <a:cs typeface="Arial"/>
                <a:sym typeface="Arial"/>
              </a:defRPr>
            </a:lvl3pPr>
            <a:lvl4pPr lvl="3" marR="0" algn="l">
              <a:lnSpc>
                <a:spcPct val="100000"/>
              </a:lnSpc>
              <a:spcBef>
                <a:spcPts val="0"/>
              </a:spcBef>
              <a:spcAft>
                <a:spcPts val="0"/>
              </a:spcAft>
              <a:buClr>
                <a:schemeClr val="dk1"/>
              </a:buClr>
              <a:buSzPts val="3700"/>
              <a:buFont typeface="Arial"/>
              <a:buNone/>
              <a:defRPr b="0" i="0" sz="3700" u="none" cap="none" strike="noStrike">
                <a:solidFill>
                  <a:schemeClr val="dk1"/>
                </a:solidFill>
                <a:latin typeface="Arial"/>
                <a:ea typeface="Arial"/>
                <a:cs typeface="Arial"/>
                <a:sym typeface="Arial"/>
              </a:defRPr>
            </a:lvl4pPr>
            <a:lvl5pPr lvl="4" marR="0" algn="l">
              <a:lnSpc>
                <a:spcPct val="100000"/>
              </a:lnSpc>
              <a:spcBef>
                <a:spcPts val="0"/>
              </a:spcBef>
              <a:spcAft>
                <a:spcPts val="0"/>
              </a:spcAft>
              <a:buClr>
                <a:schemeClr val="dk1"/>
              </a:buClr>
              <a:buSzPts val="3700"/>
              <a:buFont typeface="Arial"/>
              <a:buNone/>
              <a:defRPr b="0" i="0" sz="3700" u="none" cap="none" strike="noStrike">
                <a:solidFill>
                  <a:schemeClr val="dk1"/>
                </a:solidFill>
                <a:latin typeface="Arial"/>
                <a:ea typeface="Arial"/>
                <a:cs typeface="Arial"/>
                <a:sym typeface="Arial"/>
              </a:defRPr>
            </a:lvl5pPr>
            <a:lvl6pPr lvl="5" marR="0" algn="l">
              <a:lnSpc>
                <a:spcPct val="100000"/>
              </a:lnSpc>
              <a:spcBef>
                <a:spcPts val="0"/>
              </a:spcBef>
              <a:spcAft>
                <a:spcPts val="0"/>
              </a:spcAft>
              <a:buClr>
                <a:schemeClr val="dk1"/>
              </a:buClr>
              <a:buSzPts val="3700"/>
              <a:buFont typeface="Arial"/>
              <a:buNone/>
              <a:defRPr b="0" i="0" sz="3700" u="none" cap="none" strike="noStrike">
                <a:solidFill>
                  <a:schemeClr val="dk1"/>
                </a:solidFill>
                <a:latin typeface="Arial"/>
                <a:ea typeface="Arial"/>
                <a:cs typeface="Arial"/>
                <a:sym typeface="Arial"/>
              </a:defRPr>
            </a:lvl6pPr>
            <a:lvl7pPr lvl="6" marR="0" algn="l">
              <a:lnSpc>
                <a:spcPct val="100000"/>
              </a:lnSpc>
              <a:spcBef>
                <a:spcPts val="0"/>
              </a:spcBef>
              <a:spcAft>
                <a:spcPts val="0"/>
              </a:spcAft>
              <a:buClr>
                <a:schemeClr val="dk1"/>
              </a:buClr>
              <a:buSzPts val="3700"/>
              <a:buFont typeface="Arial"/>
              <a:buNone/>
              <a:defRPr b="0" i="0" sz="3700" u="none" cap="none" strike="noStrike">
                <a:solidFill>
                  <a:schemeClr val="dk1"/>
                </a:solidFill>
                <a:latin typeface="Arial"/>
                <a:ea typeface="Arial"/>
                <a:cs typeface="Arial"/>
                <a:sym typeface="Arial"/>
              </a:defRPr>
            </a:lvl7pPr>
            <a:lvl8pPr lvl="7" marR="0" algn="l">
              <a:lnSpc>
                <a:spcPct val="100000"/>
              </a:lnSpc>
              <a:spcBef>
                <a:spcPts val="0"/>
              </a:spcBef>
              <a:spcAft>
                <a:spcPts val="0"/>
              </a:spcAft>
              <a:buClr>
                <a:schemeClr val="dk1"/>
              </a:buClr>
              <a:buSzPts val="3700"/>
              <a:buFont typeface="Arial"/>
              <a:buNone/>
              <a:defRPr b="0" i="0" sz="3700" u="none" cap="none" strike="noStrike">
                <a:solidFill>
                  <a:schemeClr val="dk1"/>
                </a:solidFill>
                <a:latin typeface="Arial"/>
                <a:ea typeface="Arial"/>
                <a:cs typeface="Arial"/>
                <a:sym typeface="Arial"/>
              </a:defRPr>
            </a:lvl8pPr>
            <a:lvl9pPr lvl="8" marR="0" algn="l">
              <a:lnSpc>
                <a:spcPct val="100000"/>
              </a:lnSpc>
              <a:spcBef>
                <a:spcPts val="0"/>
              </a:spcBef>
              <a:spcAft>
                <a:spcPts val="0"/>
              </a:spcAft>
              <a:buClr>
                <a:schemeClr val="dk1"/>
              </a:buClr>
              <a:buSzPts val="3700"/>
              <a:buFont typeface="Arial"/>
              <a:buNone/>
              <a:defRPr b="0" i="0" sz="3700" u="none" cap="none" strike="noStrike">
                <a:solidFill>
                  <a:schemeClr val="dk1"/>
                </a:solidFill>
                <a:latin typeface="Arial"/>
                <a:ea typeface="Arial"/>
                <a:cs typeface="Arial"/>
                <a:sym typeface="Arial"/>
              </a:defRPr>
            </a:lvl9pPr>
          </a:lstStyle>
          <a:p/>
        </p:txBody>
      </p:sp>
      <p:sp>
        <p:nvSpPr>
          <p:cNvPr id="131" name="Google Shape;131;g38b89f731a7_9_161"/>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rmAutofit/>
          </a:bodyPr>
          <a:lstStyle>
            <a:lvl1pPr indent="-381000" lvl="0" marL="457200" marR="0" algn="l">
              <a:lnSpc>
                <a:spcPct val="115000"/>
              </a:lnSpc>
              <a:spcBef>
                <a:spcPts val="0"/>
              </a:spcBef>
              <a:spcAft>
                <a:spcPts val="0"/>
              </a:spcAft>
              <a:buClr>
                <a:schemeClr val="dk2"/>
              </a:buClr>
              <a:buSzPts val="2400"/>
              <a:buFont typeface="Arial"/>
              <a:buChar char="●"/>
              <a:defRPr b="0" i="0" sz="2400" u="none" cap="none" strike="noStrike">
                <a:solidFill>
                  <a:schemeClr val="dk2"/>
                </a:solidFill>
                <a:latin typeface="Arial"/>
                <a:ea typeface="Arial"/>
                <a:cs typeface="Arial"/>
                <a:sym typeface="Arial"/>
              </a:defRPr>
            </a:lvl1pPr>
            <a:lvl2pPr indent="-349250" lvl="1" marL="914400" marR="0" algn="l">
              <a:lnSpc>
                <a:spcPct val="115000"/>
              </a:lnSpc>
              <a:spcBef>
                <a:spcPts val="0"/>
              </a:spcBef>
              <a:spcAft>
                <a:spcPts val="0"/>
              </a:spcAft>
              <a:buClr>
                <a:schemeClr val="dk2"/>
              </a:buClr>
              <a:buSzPts val="1900"/>
              <a:buFont typeface="Arial"/>
              <a:buChar char="○"/>
              <a:defRPr b="0" i="0" sz="1900" u="none" cap="none" strike="noStrike">
                <a:solidFill>
                  <a:schemeClr val="dk2"/>
                </a:solidFill>
                <a:latin typeface="Arial"/>
                <a:ea typeface="Arial"/>
                <a:cs typeface="Arial"/>
                <a:sym typeface="Arial"/>
              </a:defRPr>
            </a:lvl2pPr>
            <a:lvl3pPr indent="-349250" lvl="2" marL="1371600" marR="0" algn="l">
              <a:lnSpc>
                <a:spcPct val="115000"/>
              </a:lnSpc>
              <a:spcBef>
                <a:spcPts val="0"/>
              </a:spcBef>
              <a:spcAft>
                <a:spcPts val="0"/>
              </a:spcAft>
              <a:buClr>
                <a:schemeClr val="dk2"/>
              </a:buClr>
              <a:buSzPts val="1900"/>
              <a:buFont typeface="Arial"/>
              <a:buChar char="■"/>
              <a:defRPr b="0" i="0" sz="1900" u="none" cap="none" strike="noStrike">
                <a:solidFill>
                  <a:schemeClr val="dk2"/>
                </a:solidFill>
                <a:latin typeface="Arial"/>
                <a:ea typeface="Arial"/>
                <a:cs typeface="Arial"/>
                <a:sym typeface="Arial"/>
              </a:defRPr>
            </a:lvl3pPr>
            <a:lvl4pPr indent="-349250" lvl="3" marL="1828800" marR="0" algn="l">
              <a:lnSpc>
                <a:spcPct val="115000"/>
              </a:lnSpc>
              <a:spcBef>
                <a:spcPts val="0"/>
              </a:spcBef>
              <a:spcAft>
                <a:spcPts val="0"/>
              </a:spcAft>
              <a:buClr>
                <a:schemeClr val="dk2"/>
              </a:buClr>
              <a:buSzPts val="1900"/>
              <a:buFont typeface="Arial"/>
              <a:buChar char="●"/>
              <a:defRPr b="0" i="0" sz="1900" u="none" cap="none" strike="noStrike">
                <a:solidFill>
                  <a:schemeClr val="dk2"/>
                </a:solidFill>
                <a:latin typeface="Arial"/>
                <a:ea typeface="Arial"/>
                <a:cs typeface="Arial"/>
                <a:sym typeface="Arial"/>
              </a:defRPr>
            </a:lvl4pPr>
            <a:lvl5pPr indent="-349250" lvl="4" marL="2286000" marR="0" algn="l">
              <a:lnSpc>
                <a:spcPct val="115000"/>
              </a:lnSpc>
              <a:spcBef>
                <a:spcPts val="0"/>
              </a:spcBef>
              <a:spcAft>
                <a:spcPts val="0"/>
              </a:spcAft>
              <a:buClr>
                <a:schemeClr val="dk2"/>
              </a:buClr>
              <a:buSzPts val="1900"/>
              <a:buFont typeface="Arial"/>
              <a:buChar char="○"/>
              <a:defRPr b="0" i="0" sz="1900" u="none" cap="none" strike="noStrike">
                <a:solidFill>
                  <a:schemeClr val="dk2"/>
                </a:solidFill>
                <a:latin typeface="Arial"/>
                <a:ea typeface="Arial"/>
                <a:cs typeface="Arial"/>
                <a:sym typeface="Arial"/>
              </a:defRPr>
            </a:lvl5pPr>
            <a:lvl6pPr indent="-349250" lvl="5" marL="2743200" marR="0" algn="l">
              <a:lnSpc>
                <a:spcPct val="115000"/>
              </a:lnSpc>
              <a:spcBef>
                <a:spcPts val="0"/>
              </a:spcBef>
              <a:spcAft>
                <a:spcPts val="0"/>
              </a:spcAft>
              <a:buClr>
                <a:schemeClr val="dk2"/>
              </a:buClr>
              <a:buSzPts val="1900"/>
              <a:buFont typeface="Arial"/>
              <a:buChar char="■"/>
              <a:defRPr b="0" i="0" sz="1900" u="none" cap="none" strike="noStrike">
                <a:solidFill>
                  <a:schemeClr val="dk2"/>
                </a:solidFill>
                <a:latin typeface="Arial"/>
                <a:ea typeface="Arial"/>
                <a:cs typeface="Arial"/>
                <a:sym typeface="Arial"/>
              </a:defRPr>
            </a:lvl6pPr>
            <a:lvl7pPr indent="-349250" lvl="6" marL="3200400" marR="0" algn="l">
              <a:lnSpc>
                <a:spcPct val="115000"/>
              </a:lnSpc>
              <a:spcBef>
                <a:spcPts val="0"/>
              </a:spcBef>
              <a:spcAft>
                <a:spcPts val="0"/>
              </a:spcAft>
              <a:buClr>
                <a:schemeClr val="dk2"/>
              </a:buClr>
              <a:buSzPts val="1900"/>
              <a:buFont typeface="Arial"/>
              <a:buChar char="●"/>
              <a:defRPr b="0" i="0" sz="1900" u="none" cap="none" strike="noStrike">
                <a:solidFill>
                  <a:schemeClr val="dk2"/>
                </a:solidFill>
                <a:latin typeface="Arial"/>
                <a:ea typeface="Arial"/>
                <a:cs typeface="Arial"/>
                <a:sym typeface="Arial"/>
              </a:defRPr>
            </a:lvl7pPr>
            <a:lvl8pPr indent="-349250" lvl="7" marL="3657600" marR="0" algn="l">
              <a:lnSpc>
                <a:spcPct val="115000"/>
              </a:lnSpc>
              <a:spcBef>
                <a:spcPts val="0"/>
              </a:spcBef>
              <a:spcAft>
                <a:spcPts val="0"/>
              </a:spcAft>
              <a:buClr>
                <a:schemeClr val="dk2"/>
              </a:buClr>
              <a:buSzPts val="1900"/>
              <a:buFont typeface="Arial"/>
              <a:buChar char="○"/>
              <a:defRPr b="0" i="0" sz="1900" u="none" cap="none" strike="noStrike">
                <a:solidFill>
                  <a:schemeClr val="dk2"/>
                </a:solidFill>
                <a:latin typeface="Arial"/>
                <a:ea typeface="Arial"/>
                <a:cs typeface="Arial"/>
                <a:sym typeface="Arial"/>
              </a:defRPr>
            </a:lvl8pPr>
            <a:lvl9pPr indent="-349250" lvl="8" marL="4114800" marR="0" algn="l">
              <a:lnSpc>
                <a:spcPct val="115000"/>
              </a:lnSpc>
              <a:spcBef>
                <a:spcPts val="0"/>
              </a:spcBef>
              <a:spcAft>
                <a:spcPts val="0"/>
              </a:spcAft>
              <a:buClr>
                <a:schemeClr val="dk2"/>
              </a:buClr>
              <a:buSzPts val="1900"/>
              <a:buFont typeface="Arial"/>
              <a:buChar char="■"/>
              <a:defRPr b="0" i="0" sz="1900" u="none" cap="none" strike="noStrike">
                <a:solidFill>
                  <a:schemeClr val="dk2"/>
                </a:solidFill>
                <a:latin typeface="Arial"/>
                <a:ea typeface="Arial"/>
                <a:cs typeface="Arial"/>
                <a:sym typeface="Arial"/>
              </a:defRPr>
            </a:lvl9pPr>
          </a:lstStyle>
          <a:p/>
        </p:txBody>
      </p:sp>
      <p:sp>
        <p:nvSpPr>
          <p:cNvPr id="132" name="Google Shape;132;g38b89f731a7_9_161"/>
          <p:cNvSpPr txBox="1"/>
          <p:nvPr>
            <p:ph idx="12" type="sldNum"/>
          </p:nvPr>
        </p:nvSpPr>
        <p:spPr>
          <a:xfrm>
            <a:off x="11296611" y="6217623"/>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l-PL"/>
              <a:t>‹#›</a:t>
            </a:fld>
            <a:endParaRPr/>
          </a:p>
        </p:txBody>
      </p:sp>
    </p:spTree>
  </p:cSld>
  <p:clrMap accent1="accent1" accent2="accent2" accent3="accent3" accent4="accent4" accent5="accent5" accent6="accent6" bg1="lt1" bg2="dk2" tx1="dk1" tx2="lt2" folHlink="folHlink" hlink="hlink"/>
  <p:sldLayoutIdLst>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xml"/><Relationship Id="rId3" Type="http://schemas.openxmlformats.org/officeDocument/2006/relationships/image" Target="../media/image2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7.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7.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6.png"/><Relationship Id="rId6"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12.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26.png"/><Relationship Id="rId6" Type="http://schemas.openxmlformats.org/officeDocument/2006/relationships/image" Target="../media/image18.png"/><Relationship Id="rId7" Type="http://schemas.openxmlformats.org/officeDocument/2006/relationships/image" Target="../media/image20.png"/><Relationship Id="rId8" Type="http://schemas.openxmlformats.org/officeDocument/2006/relationships/image" Target="../media/image22.png"/></Relationships>
</file>

<file path=ppt/slides/_rels/slide14.xml.rels><?xml version="1.0" encoding="UTF-8" standalone="yes"?><Relationships xmlns="http://schemas.openxmlformats.org/package/2006/relationships"><Relationship Id="rId10" Type="http://schemas.openxmlformats.org/officeDocument/2006/relationships/image" Target="../media/image23.png"/><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15.png"/><Relationship Id="rId4" Type="http://schemas.openxmlformats.org/officeDocument/2006/relationships/image" Target="../media/image19.png"/><Relationship Id="rId9"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18.png"/><Relationship Id="rId7" Type="http://schemas.openxmlformats.org/officeDocument/2006/relationships/image" Target="../media/image20.png"/><Relationship Id="rId8"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30.png"/><Relationship Id="rId6" Type="http://schemas.openxmlformats.org/officeDocument/2006/relationships/image" Target="../media/image29.png"/><Relationship Id="rId7"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 Id="rId3" Type="http://schemas.openxmlformats.org/officeDocument/2006/relationships/image" Target="../media/image3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 Id="rId3" Type="http://schemas.openxmlformats.org/officeDocument/2006/relationships/image" Target="../media/image4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 Id="rId3"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 Id="rId3" Type="http://schemas.openxmlformats.org/officeDocument/2006/relationships/image" Target="../media/image3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 Id="rId3" Type="http://schemas.openxmlformats.org/officeDocument/2006/relationships/image" Target="../media/image4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 Id="rId3" Type="http://schemas.openxmlformats.org/officeDocument/2006/relationships/image" Target="../media/image37.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 Id="rId3" Type="http://schemas.openxmlformats.org/officeDocument/2006/relationships/image" Target="../media/image34.jpg"/><Relationship Id="rId4" Type="http://schemas.openxmlformats.org/officeDocument/2006/relationships/image" Target="../media/image38.jpg"/><Relationship Id="rId5" Type="http://schemas.openxmlformats.org/officeDocument/2006/relationships/image" Target="../media/image3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 Id="rId3" Type="http://schemas.openxmlformats.org/officeDocument/2006/relationships/image" Target="../media/image41.png"/><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 Id="rId3" Type="http://schemas.openxmlformats.org/officeDocument/2006/relationships/image" Target="../media/image4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 Id="rId3" Type="http://schemas.openxmlformats.org/officeDocument/2006/relationships/image" Target="../media/image44.png"/><Relationship Id="rId4" Type="http://schemas.openxmlformats.org/officeDocument/2006/relationships/image" Target="../media/image4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 Id="rId3" Type="http://schemas.openxmlformats.org/officeDocument/2006/relationships/image" Target="../media/image47.png"/><Relationship Id="rId4" Type="http://schemas.openxmlformats.org/officeDocument/2006/relationships/image" Target="../media/image46.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 Id="rId3" Type="http://schemas.openxmlformats.org/officeDocument/2006/relationships/image" Target="../media/image52.png"/><Relationship Id="rId4" Type="http://schemas.openxmlformats.org/officeDocument/2006/relationships/image" Target="../media/image6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 Id="rId3" Type="http://schemas.openxmlformats.org/officeDocument/2006/relationships/image" Target="../media/image5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 Id="rId3" Type="http://schemas.openxmlformats.org/officeDocument/2006/relationships/image" Target="../media/image50.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 Id="rId3" Type="http://schemas.openxmlformats.org/officeDocument/2006/relationships/image" Target="../media/image5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 Id="rId3" Type="http://schemas.openxmlformats.org/officeDocument/2006/relationships/image" Target="../media/image4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 Id="rId3" Type="http://schemas.openxmlformats.org/officeDocument/2006/relationships/image" Target="../media/image5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 Id="rId3" Type="http://schemas.openxmlformats.org/officeDocument/2006/relationships/image" Target="../media/image5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 Id="rId3" Type="http://schemas.openxmlformats.org/officeDocument/2006/relationships/image" Target="../media/image55.png"/><Relationship Id="rId4"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 Id="rId3" Type="http://schemas.openxmlformats.org/officeDocument/2006/relationships/image" Target="../media/image5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 Id="rId3" Type="http://schemas.openxmlformats.org/officeDocument/2006/relationships/image" Target="../media/image53.png"/><Relationship Id="rId4" Type="http://schemas.openxmlformats.org/officeDocument/2006/relationships/image" Target="../media/image5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 Id="rId3" Type="http://schemas.openxmlformats.org/officeDocument/2006/relationships/image" Target="../media/image6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 Id="rId3" Type="http://schemas.openxmlformats.org/officeDocument/2006/relationships/image" Target="../media/image6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2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 Id="rId3" Type="http://schemas.openxmlformats.org/officeDocument/2006/relationships/image" Target="../media/image6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 Id="rId3" Type="http://schemas.openxmlformats.org/officeDocument/2006/relationships/image" Target="../media/image69.png"/><Relationship Id="rId4" Type="http://schemas.openxmlformats.org/officeDocument/2006/relationships/image" Target="../media/image6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 Id="rId3" Type="http://schemas.openxmlformats.org/officeDocument/2006/relationships/image" Target="../media/image63.png"/><Relationship Id="rId4" Type="http://schemas.openxmlformats.org/officeDocument/2006/relationships/image" Target="../media/image6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 Id="rId3" Type="http://schemas.openxmlformats.org/officeDocument/2006/relationships/image" Target="../media/image5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 Id="rId3" Type="http://schemas.openxmlformats.org/officeDocument/2006/relationships/image" Target="../media/image6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 Id="rId3" Type="http://schemas.openxmlformats.org/officeDocument/2006/relationships/image" Target="../media/image68.png"/><Relationship Id="rId4" Type="http://schemas.openxmlformats.org/officeDocument/2006/relationships/image" Target="../media/image2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4.xml"/><Relationship Id="rId3" Type="http://schemas.openxmlformats.org/officeDocument/2006/relationships/image" Target="../media/image70.png"/><Relationship Id="rId4" Type="http://schemas.openxmlformats.org/officeDocument/2006/relationships/image" Target="../media/image23.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 Id="rId3" Type="http://schemas.openxmlformats.org/officeDocument/2006/relationships/image" Target="../media/image7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 Id="rId3" Type="http://schemas.openxmlformats.org/officeDocument/2006/relationships/image" Target="../media/image7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 Id="rId3" Type="http://schemas.openxmlformats.org/officeDocument/2006/relationships/image" Target="../media/image7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8.xml"/><Relationship Id="rId3" Type="http://schemas.openxmlformats.org/officeDocument/2006/relationships/image" Target="../media/image7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9.xml"/><Relationship Id="rId3" Type="http://schemas.openxmlformats.org/officeDocument/2006/relationships/image" Target="../media/image7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pic>
        <p:nvPicPr>
          <p:cNvPr id="178" name="Google Shape;178;g38b89f731a7_9_156"/>
          <p:cNvPicPr preferRelativeResize="0"/>
          <p:nvPr/>
        </p:nvPicPr>
        <p:blipFill>
          <a:blip r:embed="rId3">
            <a:alphaModFix/>
          </a:blip>
          <a:stretch>
            <a:fillRect/>
          </a:stretch>
        </p:blipFill>
        <p:spPr>
          <a:xfrm>
            <a:off x="6499200" y="1216625"/>
            <a:ext cx="5692801" cy="5641375"/>
          </a:xfrm>
          <a:prstGeom prst="rect">
            <a:avLst/>
          </a:prstGeom>
          <a:noFill/>
          <a:ln>
            <a:noFill/>
          </a:ln>
        </p:spPr>
      </p:pic>
      <p:sp>
        <p:nvSpPr>
          <p:cNvPr id="179" name="Google Shape;179;g38b89f731a7_9_156"/>
          <p:cNvSpPr txBox="1"/>
          <p:nvPr>
            <p:ph type="title"/>
          </p:nvPr>
        </p:nvSpPr>
        <p:spPr>
          <a:xfrm>
            <a:off x="339200" y="1594940"/>
            <a:ext cx="11360700" cy="2148000"/>
          </a:xfrm>
          <a:prstGeom prst="rect">
            <a:avLst/>
          </a:prstGeom>
          <a:noFill/>
          <a:ln>
            <a:noFill/>
          </a:ln>
        </p:spPr>
        <p:txBody>
          <a:bodyPr anchorCtr="0" anchor="t" bIns="121900" lIns="121900" spcFirstLastPara="1" rIns="121900" wrap="square" tIns="121900">
            <a:normAutofit fontScale="90000"/>
          </a:bodyPr>
          <a:lstStyle/>
          <a:p>
            <a:pPr indent="0" lvl="0" marL="0" rtl="0" algn="ctr">
              <a:spcBef>
                <a:spcPts val="0"/>
              </a:spcBef>
              <a:spcAft>
                <a:spcPts val="0"/>
              </a:spcAft>
              <a:buClr>
                <a:schemeClr val="dk1"/>
              </a:buClr>
              <a:buSzPct val="78788"/>
              <a:buFont typeface="Arial"/>
              <a:buNone/>
            </a:pPr>
            <a:r>
              <a:rPr lang="pl-PL" sz="6600">
                <a:solidFill>
                  <a:schemeClr val="lt1"/>
                </a:solidFill>
              </a:rPr>
              <a:t>Przetwarzanie i wizualizacja danych</a:t>
            </a:r>
            <a:endParaRPr b="1" sz="6600">
              <a:solidFill>
                <a:schemeClr val="lt1"/>
              </a:solidFill>
              <a:latin typeface="Amatic SC"/>
              <a:ea typeface="Amatic SC"/>
              <a:cs typeface="Amatic SC"/>
              <a:sym typeface="Amatic SC"/>
            </a:endParaRPr>
          </a:p>
          <a:p>
            <a:pPr indent="0" lvl="0" marL="0" rtl="0" algn="l">
              <a:lnSpc>
                <a:spcPct val="100000"/>
              </a:lnSpc>
              <a:spcBef>
                <a:spcPts val="0"/>
              </a:spcBef>
              <a:spcAft>
                <a:spcPts val="0"/>
              </a:spcAft>
              <a:buSzPct val="110811"/>
              <a:buNone/>
            </a:pPr>
            <a:r>
              <a:t/>
            </a:r>
            <a:endParaRPr>
              <a:solidFill>
                <a:schemeClr val="lt1"/>
              </a:solidFill>
            </a:endParaRPr>
          </a:p>
        </p:txBody>
      </p:sp>
      <p:sp>
        <p:nvSpPr>
          <p:cNvPr id="180" name="Google Shape;180;g38b89f731a7_9_156"/>
          <p:cNvSpPr txBox="1"/>
          <p:nvPr>
            <p:ph idx="1" type="body"/>
          </p:nvPr>
        </p:nvSpPr>
        <p:spPr>
          <a:xfrm>
            <a:off x="2076950" y="4617250"/>
            <a:ext cx="7885200" cy="1092600"/>
          </a:xfrm>
          <a:prstGeom prst="rect">
            <a:avLst/>
          </a:prstGeom>
          <a:noFill/>
          <a:ln>
            <a:noFill/>
          </a:ln>
        </p:spPr>
        <p:txBody>
          <a:bodyPr anchorCtr="0" anchor="t" bIns="121900" lIns="121900" spcFirstLastPara="1" rIns="121900" wrap="square" tIns="121900">
            <a:normAutofit lnSpcReduction="20000"/>
          </a:bodyPr>
          <a:lstStyle/>
          <a:p>
            <a:pPr indent="-342900" lvl="0" marL="457200" rtl="0" algn="ctr">
              <a:lnSpc>
                <a:spcPct val="100000"/>
              </a:lnSpc>
              <a:spcBef>
                <a:spcPts val="0"/>
              </a:spcBef>
              <a:spcAft>
                <a:spcPts val="0"/>
              </a:spcAft>
              <a:buClr>
                <a:schemeClr val="dk1"/>
              </a:buClr>
              <a:buSzPts val="2800"/>
              <a:buFont typeface="Arial"/>
              <a:buNone/>
            </a:pPr>
            <a:r>
              <a:rPr lang="pl-PL" sz="3733"/>
              <a:t>05.08.2026</a:t>
            </a:r>
            <a:endParaRPr sz="3733"/>
          </a:p>
          <a:p>
            <a:pPr indent="0" lvl="0" marL="0" rtl="0" algn="l">
              <a:lnSpc>
                <a:spcPct val="115000"/>
              </a:lnSpc>
              <a:spcBef>
                <a:spcPts val="0"/>
              </a:spcBef>
              <a:spcAft>
                <a:spcPts val="1600"/>
              </a:spcAft>
              <a:buSzPts val="2400"/>
              <a:buNone/>
            </a:pPr>
            <a:r>
              <a:t/>
            </a:r>
            <a:endParaRPr/>
          </a:p>
        </p:txBody>
      </p:sp>
      <p:sp>
        <p:nvSpPr>
          <p:cNvPr id="181" name="Google Shape;181;g38b89f731a7_9_156"/>
          <p:cNvSpPr/>
          <p:nvPr/>
        </p:nvSpPr>
        <p:spPr>
          <a:xfrm>
            <a:off x="7505850" y="2762250"/>
            <a:ext cx="211500" cy="223200"/>
          </a:xfrm>
          <a:prstGeom prst="rect">
            <a:avLst/>
          </a:prstGeom>
          <a:solidFill>
            <a:srgbClr val="86C2FD"/>
          </a:solidFill>
          <a:ln cap="flat" cmpd="sng" w="9525">
            <a:solidFill>
              <a:srgbClr val="86C2F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pic>
        <p:nvPicPr>
          <p:cNvPr descr="Two men sitting on a stage&#10;&#10;AI-generated content may be incorrect." id="187" name="Google Shape;187;p8"/>
          <p:cNvPicPr preferRelativeResize="0"/>
          <p:nvPr/>
        </p:nvPicPr>
        <p:blipFill rotWithShape="1">
          <a:blip r:embed="rId3">
            <a:alphaModFix/>
          </a:blip>
          <a:srcRect b="0" l="0" r="0" t="72733"/>
          <a:stretch/>
        </p:blipFill>
        <p:spPr>
          <a:xfrm>
            <a:off x="2190713" y="2719098"/>
            <a:ext cx="7810573" cy="1419803"/>
          </a:xfrm>
          <a:prstGeom prst="rect">
            <a:avLst/>
          </a:prstGeom>
          <a:noFill/>
          <a:ln>
            <a:noFill/>
          </a:ln>
        </p:spPr>
      </p:pic>
      <p:sp>
        <p:nvSpPr>
          <p:cNvPr id="188" name="Google Shape;188;p8"/>
          <p:cNvSpPr txBox="1"/>
          <p:nvPr/>
        </p:nvSpPr>
        <p:spPr>
          <a:xfrm>
            <a:off x="10228456" y="2921167"/>
            <a:ext cx="620357" cy="1015663"/>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6000">
                <a:solidFill>
                  <a:schemeClr val="dk1"/>
                </a:solidFill>
                <a:latin typeface="Arial"/>
                <a:ea typeface="Arial"/>
                <a:cs typeface="Arial"/>
                <a:sym typeface="Arial"/>
              </a:rPr>
              <a:t>?</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1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pl-PL"/>
              <a:t>Tradycyjne programowanie</a:t>
            </a:r>
            <a:endParaRPr/>
          </a:p>
        </p:txBody>
      </p:sp>
      <p:pic>
        <p:nvPicPr>
          <p:cNvPr descr="Images" id="194" name="Google Shape;194;p10"/>
          <p:cNvPicPr preferRelativeResize="0"/>
          <p:nvPr/>
        </p:nvPicPr>
        <p:blipFill rotWithShape="1">
          <a:blip r:embed="rId3">
            <a:alphaModFix/>
          </a:blip>
          <a:srcRect b="55361" l="1780" r="1884" t="-114"/>
          <a:stretch/>
        </p:blipFill>
        <p:spPr>
          <a:xfrm>
            <a:off x="1621519" y="2320383"/>
            <a:ext cx="8038097" cy="1061428"/>
          </a:xfrm>
          <a:prstGeom prst="rect">
            <a:avLst/>
          </a:prstGeom>
          <a:noFill/>
          <a:ln>
            <a:noFill/>
          </a:ln>
        </p:spPr>
      </p:pic>
      <p:sp>
        <p:nvSpPr>
          <p:cNvPr id="195" name="Google Shape;195;p10"/>
          <p:cNvSpPr txBox="1"/>
          <p:nvPr/>
        </p:nvSpPr>
        <p:spPr>
          <a:xfrm>
            <a:off x="3774089" y="4096183"/>
            <a:ext cx="4643821" cy="203132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400">
                <a:solidFill>
                  <a:schemeClr val="dk1"/>
                </a:solidFill>
                <a:latin typeface="Consolas"/>
                <a:ea typeface="Consolas"/>
                <a:cs typeface="Consolas"/>
                <a:sym typeface="Consolas"/>
              </a:rPr>
              <a:t>funkcja klasyfikuj_email(tresc_emaila):</a:t>
            </a:r>
            <a:endParaRPr/>
          </a:p>
          <a:p>
            <a:pPr indent="0" lvl="0" marL="0" marR="0" rtl="0" algn="l">
              <a:spcBef>
                <a:spcPts val="0"/>
              </a:spcBef>
              <a:spcAft>
                <a:spcPts val="0"/>
              </a:spcAft>
              <a:buNone/>
            </a:pPr>
            <a:r>
              <a:rPr lang="pl-PL" sz="1400">
                <a:solidFill>
                  <a:schemeClr val="dk1"/>
                </a:solidFill>
                <a:latin typeface="Consolas"/>
                <a:ea typeface="Consolas"/>
                <a:cs typeface="Consolas"/>
                <a:sym typeface="Consolas"/>
              </a:rPr>
              <a:t>    </a:t>
            </a:r>
            <a:r>
              <a:rPr lang="pl-PL" sz="1400">
                <a:solidFill>
                  <a:srgbClr val="BF4F14"/>
                </a:solidFill>
                <a:latin typeface="Consolas"/>
                <a:ea typeface="Consolas"/>
                <a:cs typeface="Consolas"/>
                <a:sym typeface="Consolas"/>
              </a:rPr>
              <a:t>jeśli</a:t>
            </a:r>
            <a:r>
              <a:rPr lang="pl-PL" sz="1400">
                <a:solidFill>
                  <a:schemeClr val="dk1"/>
                </a:solidFill>
                <a:latin typeface="Consolas"/>
                <a:ea typeface="Consolas"/>
                <a:cs typeface="Consolas"/>
                <a:sym typeface="Consolas"/>
              </a:rPr>
              <a:t> "darmowy" w tresc_emaila:</a:t>
            </a:r>
            <a:endParaRPr/>
          </a:p>
          <a:p>
            <a:pPr indent="0" lvl="0" marL="0" marR="0" rtl="0" algn="l">
              <a:spcBef>
                <a:spcPts val="0"/>
              </a:spcBef>
              <a:spcAft>
                <a:spcPts val="0"/>
              </a:spcAft>
              <a:buNone/>
            </a:pPr>
            <a:r>
              <a:rPr lang="pl-PL" sz="1400">
                <a:solidFill>
                  <a:schemeClr val="dk1"/>
                </a:solidFill>
                <a:latin typeface="Consolas"/>
                <a:ea typeface="Consolas"/>
                <a:cs typeface="Consolas"/>
                <a:sym typeface="Consolas"/>
              </a:rPr>
              <a:t>        zwróć "spam"</a:t>
            </a:r>
            <a:endParaRPr/>
          </a:p>
          <a:p>
            <a:pPr indent="0" lvl="0" marL="0" marR="0" rtl="0" algn="l">
              <a:spcBef>
                <a:spcPts val="0"/>
              </a:spcBef>
              <a:spcAft>
                <a:spcPts val="0"/>
              </a:spcAft>
              <a:buNone/>
            </a:pPr>
            <a:r>
              <a:rPr lang="pl-PL" sz="1400">
                <a:solidFill>
                  <a:schemeClr val="dk1"/>
                </a:solidFill>
                <a:latin typeface="Consolas"/>
                <a:ea typeface="Consolas"/>
                <a:cs typeface="Consolas"/>
                <a:sym typeface="Consolas"/>
              </a:rPr>
              <a:t>    </a:t>
            </a:r>
            <a:r>
              <a:rPr lang="pl-PL" sz="1400">
                <a:solidFill>
                  <a:srgbClr val="BF4F14"/>
                </a:solidFill>
                <a:latin typeface="Consolas"/>
                <a:ea typeface="Consolas"/>
                <a:cs typeface="Consolas"/>
                <a:sym typeface="Consolas"/>
              </a:rPr>
              <a:t>jeśli</a:t>
            </a:r>
            <a:r>
              <a:rPr lang="pl-PL" sz="1400">
                <a:solidFill>
                  <a:schemeClr val="dk1"/>
                </a:solidFill>
                <a:latin typeface="Consolas"/>
                <a:ea typeface="Consolas"/>
                <a:cs typeface="Consolas"/>
                <a:sym typeface="Consolas"/>
              </a:rPr>
              <a:t> "wygraj nagrodę" w tresc_emaila:</a:t>
            </a:r>
            <a:endParaRPr/>
          </a:p>
          <a:p>
            <a:pPr indent="0" lvl="0" marL="0" marR="0" rtl="0" algn="l">
              <a:spcBef>
                <a:spcPts val="0"/>
              </a:spcBef>
              <a:spcAft>
                <a:spcPts val="0"/>
              </a:spcAft>
              <a:buNone/>
            </a:pPr>
            <a:r>
              <a:rPr lang="pl-PL" sz="1400">
                <a:solidFill>
                  <a:schemeClr val="dk1"/>
                </a:solidFill>
                <a:latin typeface="Consolas"/>
                <a:ea typeface="Consolas"/>
                <a:cs typeface="Consolas"/>
                <a:sym typeface="Consolas"/>
              </a:rPr>
              <a:t>        zwróć "spam"</a:t>
            </a:r>
            <a:endParaRPr/>
          </a:p>
          <a:p>
            <a:pPr indent="0" lvl="0" marL="0" marR="0" rtl="0" algn="l">
              <a:spcBef>
                <a:spcPts val="0"/>
              </a:spcBef>
              <a:spcAft>
                <a:spcPts val="0"/>
              </a:spcAft>
              <a:buNone/>
            </a:pPr>
            <a:r>
              <a:rPr lang="pl-PL" sz="1400">
                <a:solidFill>
                  <a:schemeClr val="dk1"/>
                </a:solidFill>
                <a:latin typeface="Consolas"/>
                <a:ea typeface="Consolas"/>
                <a:cs typeface="Consolas"/>
                <a:sym typeface="Consolas"/>
              </a:rPr>
              <a:t>    </a:t>
            </a:r>
            <a:r>
              <a:rPr lang="pl-PL" sz="1400">
                <a:solidFill>
                  <a:srgbClr val="BF4F14"/>
                </a:solidFill>
                <a:latin typeface="Consolas"/>
                <a:ea typeface="Consolas"/>
                <a:cs typeface="Consolas"/>
                <a:sym typeface="Consolas"/>
              </a:rPr>
              <a:t>jeśli</a:t>
            </a:r>
            <a:r>
              <a:rPr lang="pl-PL" sz="1400">
                <a:solidFill>
                  <a:schemeClr val="dk1"/>
                </a:solidFill>
                <a:latin typeface="Consolas"/>
                <a:ea typeface="Consolas"/>
                <a:cs typeface="Consolas"/>
                <a:sym typeface="Consolas"/>
              </a:rPr>
              <a:t> "kliknij tutaj" w tresc_emaila:</a:t>
            </a:r>
            <a:endParaRPr/>
          </a:p>
          <a:p>
            <a:pPr indent="0" lvl="0" marL="0" marR="0" rtl="0" algn="l">
              <a:spcBef>
                <a:spcPts val="0"/>
              </a:spcBef>
              <a:spcAft>
                <a:spcPts val="0"/>
              </a:spcAft>
              <a:buNone/>
            </a:pPr>
            <a:r>
              <a:rPr lang="pl-PL" sz="1400">
                <a:solidFill>
                  <a:schemeClr val="dk1"/>
                </a:solidFill>
                <a:latin typeface="Consolas"/>
                <a:ea typeface="Consolas"/>
                <a:cs typeface="Consolas"/>
                <a:sym typeface="Consolas"/>
              </a:rPr>
              <a:t>        zwróć "spam"</a:t>
            </a:r>
            <a:endParaRPr/>
          </a:p>
          <a:p>
            <a:pPr indent="0" lvl="0" marL="0" marR="0" rtl="0" algn="l">
              <a:spcBef>
                <a:spcPts val="0"/>
              </a:spcBef>
              <a:spcAft>
                <a:spcPts val="0"/>
              </a:spcAft>
              <a:buNone/>
            </a:pPr>
            <a:r>
              <a:rPr lang="pl-PL" sz="1400">
                <a:solidFill>
                  <a:schemeClr val="dk1"/>
                </a:solidFill>
                <a:latin typeface="Consolas"/>
                <a:ea typeface="Consolas"/>
                <a:cs typeface="Consolas"/>
                <a:sym typeface="Consolas"/>
              </a:rPr>
              <a:t>    </a:t>
            </a:r>
            <a:r>
              <a:rPr lang="pl-PL" sz="1400">
                <a:solidFill>
                  <a:srgbClr val="BF4F14"/>
                </a:solidFill>
                <a:latin typeface="Consolas"/>
                <a:ea typeface="Consolas"/>
                <a:cs typeface="Consolas"/>
                <a:sym typeface="Consolas"/>
              </a:rPr>
              <a:t>w przeciwnym razie</a:t>
            </a:r>
            <a:r>
              <a:rPr lang="pl-PL" sz="1400">
                <a:solidFill>
                  <a:schemeClr val="dk1"/>
                </a:solidFill>
                <a:latin typeface="Consolas"/>
                <a:ea typeface="Consolas"/>
                <a:cs typeface="Consolas"/>
                <a:sym typeface="Consolas"/>
              </a:rPr>
              <a:t>:</a:t>
            </a:r>
            <a:endParaRPr/>
          </a:p>
          <a:p>
            <a:pPr indent="0" lvl="0" marL="0" marR="0" rtl="0" algn="l">
              <a:spcBef>
                <a:spcPts val="0"/>
              </a:spcBef>
              <a:spcAft>
                <a:spcPts val="0"/>
              </a:spcAft>
              <a:buNone/>
            </a:pPr>
            <a:r>
              <a:rPr lang="pl-PL" sz="1400">
                <a:solidFill>
                  <a:schemeClr val="dk1"/>
                </a:solidFill>
                <a:latin typeface="Consolas"/>
                <a:ea typeface="Consolas"/>
                <a:cs typeface="Consolas"/>
                <a:sym typeface="Consolas"/>
              </a:rPr>
              <a:t>        zwróć "nie-spam"</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pl-PL"/>
              <a:t>Uczenie maszynowe</a:t>
            </a:r>
            <a:endParaRPr/>
          </a:p>
        </p:txBody>
      </p:sp>
      <p:sp>
        <p:nvSpPr>
          <p:cNvPr id="201" name="Google Shape;201;p11"/>
          <p:cNvSpPr txBox="1"/>
          <p:nvPr/>
        </p:nvSpPr>
        <p:spPr>
          <a:xfrm>
            <a:off x="3059722" y="3776053"/>
            <a:ext cx="5744309" cy="230832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200">
                <a:solidFill>
                  <a:schemeClr val="dk1"/>
                </a:solidFill>
                <a:latin typeface="Consolas"/>
                <a:ea typeface="Consolas"/>
                <a:cs typeface="Consolas"/>
                <a:sym typeface="Consolas"/>
              </a:rPr>
              <a:t># Trening modelu</a:t>
            </a:r>
            <a:endParaRPr/>
          </a:p>
          <a:p>
            <a:pPr indent="0" lvl="0" marL="0" marR="0" rtl="0" algn="l">
              <a:spcBef>
                <a:spcPts val="0"/>
              </a:spcBef>
              <a:spcAft>
                <a:spcPts val="0"/>
              </a:spcAft>
              <a:buNone/>
            </a:pPr>
            <a:r>
              <a:rPr lang="pl-PL" sz="1200">
                <a:solidFill>
                  <a:schemeClr val="dk1"/>
                </a:solidFill>
                <a:latin typeface="Consolas"/>
                <a:ea typeface="Consolas"/>
                <a:cs typeface="Consolas"/>
                <a:sym typeface="Consolas"/>
              </a:rPr>
              <a:t>DANE_TRENINGOWE = zbiór e-maili oznaczonych jako SPAM lub NIE_SPAM</a:t>
            </a:r>
            <a:endParaRPr/>
          </a:p>
          <a:p>
            <a:pPr indent="0" lvl="0" marL="0" marR="0" rtl="0" algn="l">
              <a:spcBef>
                <a:spcPts val="0"/>
              </a:spcBef>
              <a:spcAft>
                <a:spcPts val="0"/>
              </a:spcAft>
              <a:buNone/>
            </a:pPr>
            <a:r>
              <a:rPr lang="pl-PL" sz="1200">
                <a:solidFill>
                  <a:schemeClr val="dk1"/>
                </a:solidFill>
                <a:latin typeface="Consolas"/>
                <a:ea typeface="Consolas"/>
                <a:cs typeface="Consolas"/>
                <a:sym typeface="Consolas"/>
              </a:rPr>
              <a:t>MODEL = NAUCZ(NaiwnyBayes, DANE_TRENINGOWE)</a:t>
            </a:r>
            <a:endParaRPr/>
          </a:p>
          <a:p>
            <a:pPr indent="0" lvl="0" marL="0" marR="0" rtl="0" algn="l">
              <a:spcBef>
                <a:spcPts val="0"/>
              </a:spcBef>
              <a:spcAft>
                <a:spcPts val="0"/>
              </a:spcAft>
              <a:buNone/>
            </a:pPr>
            <a:r>
              <a:t/>
            </a:r>
            <a:endParaRPr sz="1200">
              <a:solidFill>
                <a:schemeClr val="dk1"/>
              </a:solidFill>
              <a:latin typeface="Consolas"/>
              <a:ea typeface="Consolas"/>
              <a:cs typeface="Consolas"/>
              <a:sym typeface="Consolas"/>
            </a:endParaRPr>
          </a:p>
          <a:p>
            <a:pPr indent="0" lvl="0" marL="0" marR="0" rtl="0" algn="l">
              <a:spcBef>
                <a:spcPts val="0"/>
              </a:spcBef>
              <a:spcAft>
                <a:spcPts val="0"/>
              </a:spcAft>
              <a:buNone/>
            </a:pPr>
            <a:r>
              <a:rPr lang="pl-PL" sz="1200">
                <a:solidFill>
                  <a:schemeClr val="dk1"/>
                </a:solidFill>
                <a:latin typeface="Consolas"/>
                <a:ea typeface="Consolas"/>
                <a:cs typeface="Consolas"/>
                <a:sym typeface="Consolas"/>
              </a:rPr>
              <a:t># Predykcja dla nowej wiadomości</a:t>
            </a:r>
            <a:endParaRPr/>
          </a:p>
          <a:p>
            <a:pPr indent="0" lvl="0" marL="0" marR="0" rtl="0" algn="l">
              <a:spcBef>
                <a:spcPts val="0"/>
              </a:spcBef>
              <a:spcAft>
                <a:spcPts val="0"/>
              </a:spcAft>
              <a:buNone/>
            </a:pPr>
            <a:r>
              <a:rPr lang="pl-PL" sz="1200">
                <a:solidFill>
                  <a:schemeClr val="dk1"/>
                </a:solidFill>
                <a:latin typeface="Consolas"/>
                <a:ea typeface="Consolas"/>
                <a:cs typeface="Consolas"/>
                <a:sym typeface="Consolas"/>
              </a:rPr>
              <a:t>NOWY_EMAIL = "Otrzymałeś darmowy bilet, kliknij tutaj!"</a:t>
            </a:r>
            <a:endParaRPr/>
          </a:p>
          <a:p>
            <a:pPr indent="0" lvl="0" marL="0" marR="0" rtl="0" algn="l">
              <a:spcBef>
                <a:spcPts val="0"/>
              </a:spcBef>
              <a:spcAft>
                <a:spcPts val="0"/>
              </a:spcAft>
              <a:buNone/>
            </a:pPr>
            <a:r>
              <a:rPr lang="pl-PL" sz="1200">
                <a:solidFill>
                  <a:schemeClr val="dk1"/>
                </a:solidFill>
                <a:latin typeface="Consolas"/>
                <a:ea typeface="Consolas"/>
                <a:cs typeface="Consolas"/>
                <a:sym typeface="Consolas"/>
              </a:rPr>
              <a:t>KLASA = MODEL.PREDYKCJA(NOWY_EMAIL)</a:t>
            </a:r>
            <a:endParaRPr/>
          </a:p>
          <a:p>
            <a:pPr indent="0" lvl="0" marL="0" marR="0" rtl="0" algn="l">
              <a:spcBef>
                <a:spcPts val="0"/>
              </a:spcBef>
              <a:spcAft>
                <a:spcPts val="0"/>
              </a:spcAft>
              <a:buNone/>
            </a:pPr>
            <a:r>
              <a:t/>
            </a:r>
            <a:endParaRPr sz="1200">
              <a:solidFill>
                <a:schemeClr val="dk1"/>
              </a:solidFill>
              <a:latin typeface="Consolas"/>
              <a:ea typeface="Consolas"/>
              <a:cs typeface="Consolas"/>
              <a:sym typeface="Consolas"/>
            </a:endParaRPr>
          </a:p>
          <a:p>
            <a:pPr indent="0" lvl="0" marL="0" marR="0" rtl="0" algn="l">
              <a:spcBef>
                <a:spcPts val="0"/>
              </a:spcBef>
              <a:spcAft>
                <a:spcPts val="0"/>
              </a:spcAft>
              <a:buNone/>
            </a:pPr>
            <a:r>
              <a:rPr lang="pl-PL" sz="1200">
                <a:solidFill>
                  <a:schemeClr val="dk1"/>
                </a:solidFill>
                <a:latin typeface="Consolas"/>
                <a:ea typeface="Consolas"/>
                <a:cs typeface="Consolas"/>
                <a:sym typeface="Consolas"/>
              </a:rPr>
              <a:t>jeśli KLASA == SPAM:</a:t>
            </a:r>
            <a:endParaRPr/>
          </a:p>
          <a:p>
            <a:pPr indent="0" lvl="0" marL="0" marR="0" rtl="0" algn="l">
              <a:spcBef>
                <a:spcPts val="0"/>
              </a:spcBef>
              <a:spcAft>
                <a:spcPts val="0"/>
              </a:spcAft>
              <a:buNone/>
            </a:pPr>
            <a:r>
              <a:rPr lang="pl-PL" sz="1200">
                <a:solidFill>
                  <a:schemeClr val="dk1"/>
                </a:solidFill>
                <a:latin typeface="Consolas"/>
                <a:ea typeface="Consolas"/>
                <a:cs typeface="Consolas"/>
                <a:sym typeface="Consolas"/>
              </a:rPr>
              <a:t>    oznacz jako spam</a:t>
            </a:r>
            <a:endParaRPr/>
          </a:p>
          <a:p>
            <a:pPr indent="0" lvl="0" marL="0" marR="0" rtl="0" algn="l">
              <a:spcBef>
                <a:spcPts val="0"/>
              </a:spcBef>
              <a:spcAft>
                <a:spcPts val="0"/>
              </a:spcAft>
              <a:buNone/>
            </a:pPr>
            <a:r>
              <a:rPr lang="pl-PL" sz="1200">
                <a:solidFill>
                  <a:schemeClr val="dk1"/>
                </a:solidFill>
                <a:latin typeface="Consolas"/>
                <a:ea typeface="Consolas"/>
                <a:cs typeface="Consolas"/>
                <a:sym typeface="Consolas"/>
              </a:rPr>
              <a:t>inaczej:</a:t>
            </a:r>
            <a:endParaRPr/>
          </a:p>
          <a:p>
            <a:pPr indent="0" lvl="0" marL="0" marR="0" rtl="0" algn="l">
              <a:spcBef>
                <a:spcPts val="0"/>
              </a:spcBef>
              <a:spcAft>
                <a:spcPts val="0"/>
              </a:spcAft>
              <a:buNone/>
            </a:pPr>
            <a:r>
              <a:rPr lang="pl-PL" sz="1200">
                <a:solidFill>
                  <a:schemeClr val="dk1"/>
                </a:solidFill>
                <a:latin typeface="Consolas"/>
                <a:ea typeface="Consolas"/>
                <a:cs typeface="Consolas"/>
                <a:sym typeface="Consolas"/>
              </a:rPr>
              <a:t>    zostaw w skrzynce odbiorczej</a:t>
            </a:r>
            <a:endParaRPr/>
          </a:p>
        </p:txBody>
      </p:sp>
      <p:pic>
        <p:nvPicPr>
          <p:cNvPr descr="Images" id="202" name="Google Shape;202;p11"/>
          <p:cNvPicPr preferRelativeResize="0"/>
          <p:nvPr/>
        </p:nvPicPr>
        <p:blipFill rotWithShape="1">
          <a:blip r:embed="rId3">
            <a:alphaModFix/>
          </a:blip>
          <a:srcRect b="0" l="0" r="0" t="57991"/>
          <a:stretch/>
        </p:blipFill>
        <p:spPr>
          <a:xfrm>
            <a:off x="1924050" y="2262748"/>
            <a:ext cx="8343900" cy="996339"/>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13"/>
          <p:cNvSpPr txBox="1"/>
          <p:nvPr>
            <p:ph type="title"/>
          </p:nvPr>
        </p:nvSpPr>
        <p:spPr>
          <a:xfrm>
            <a:off x="838200" y="557188"/>
            <a:ext cx="10515600" cy="1133499"/>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chemeClr val="dk1"/>
              </a:buClr>
              <a:buSzPts val="5200"/>
              <a:buFont typeface="Play"/>
              <a:buNone/>
            </a:pPr>
            <a:r>
              <a:rPr lang="pl-PL" sz="5200"/>
              <a:t>A co to są dane?</a:t>
            </a:r>
            <a:endParaRPr/>
          </a:p>
        </p:txBody>
      </p:sp>
      <p:sp>
        <p:nvSpPr>
          <p:cNvPr id="209" name="Google Shape;209;p13"/>
          <p:cNvSpPr txBox="1"/>
          <p:nvPr/>
        </p:nvSpPr>
        <p:spPr>
          <a:xfrm>
            <a:off x="1602153" y="1577495"/>
            <a:ext cx="8987693"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Dana to zapisana w określonej formie informacja o jakimś zjawisku, obiekcie lub procesie</a:t>
            </a:r>
            <a:endParaRPr sz="1800">
              <a:solidFill>
                <a:schemeClr val="dk1"/>
              </a:solidFill>
              <a:latin typeface="Arial"/>
              <a:ea typeface="Arial"/>
              <a:cs typeface="Arial"/>
              <a:sym typeface="Arial"/>
            </a:endParaRPr>
          </a:p>
        </p:txBody>
      </p:sp>
      <p:pic>
        <p:nvPicPr>
          <p:cNvPr id="210" name="Google Shape;210;p13"/>
          <p:cNvPicPr preferRelativeResize="0"/>
          <p:nvPr/>
        </p:nvPicPr>
        <p:blipFill rotWithShape="1">
          <a:blip r:embed="rId3">
            <a:alphaModFix/>
          </a:blip>
          <a:srcRect b="0" l="0" r="0" t="0"/>
          <a:stretch/>
        </p:blipFill>
        <p:spPr>
          <a:xfrm>
            <a:off x="1871274" y="2354913"/>
            <a:ext cx="3292501" cy="2556261"/>
          </a:xfrm>
          <a:prstGeom prst="rect">
            <a:avLst/>
          </a:prstGeom>
          <a:noFill/>
          <a:ln>
            <a:noFill/>
          </a:ln>
        </p:spPr>
      </p:pic>
      <p:pic>
        <p:nvPicPr>
          <p:cNvPr id="211" name="Google Shape;211;p13"/>
          <p:cNvPicPr preferRelativeResize="0"/>
          <p:nvPr/>
        </p:nvPicPr>
        <p:blipFill rotWithShape="1">
          <a:blip r:embed="rId4">
            <a:alphaModFix/>
          </a:blip>
          <a:srcRect b="0" l="0" r="0" t="0"/>
          <a:stretch/>
        </p:blipFill>
        <p:spPr>
          <a:xfrm>
            <a:off x="7445828" y="2227799"/>
            <a:ext cx="2331311" cy="2556262"/>
          </a:xfrm>
          <a:prstGeom prst="rect">
            <a:avLst/>
          </a:prstGeom>
          <a:noFill/>
          <a:ln>
            <a:noFill/>
          </a:ln>
        </p:spPr>
      </p:pic>
      <p:sp>
        <p:nvSpPr>
          <p:cNvPr id="212" name="Google Shape;212;p13"/>
          <p:cNvSpPr txBox="1"/>
          <p:nvPr/>
        </p:nvSpPr>
        <p:spPr>
          <a:xfrm>
            <a:off x="1796191" y="5065034"/>
            <a:ext cx="2847998"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pl-PL" sz="1800">
                <a:solidFill>
                  <a:schemeClr val="dk1"/>
                </a:solidFill>
                <a:latin typeface="Arial"/>
                <a:ea typeface="Arial"/>
                <a:cs typeface="Arial"/>
                <a:sym typeface="Arial"/>
              </a:rPr>
              <a:t>Wypożyczenie książki </a:t>
            </a:r>
            <a:endParaRPr/>
          </a:p>
          <a:p>
            <a:pPr indent="0" lvl="0" marL="0" marR="0" rtl="0" algn="l">
              <a:spcBef>
                <a:spcPts val="0"/>
              </a:spcBef>
              <a:spcAft>
                <a:spcPts val="0"/>
              </a:spcAft>
              <a:buNone/>
            </a:pPr>
            <a:r>
              <a:rPr lang="pl-PL" sz="1800">
                <a:solidFill>
                  <a:schemeClr val="dk1"/>
                </a:solidFill>
                <a:latin typeface="Arial"/>
                <a:ea typeface="Arial"/>
                <a:cs typeface="Arial"/>
                <a:sym typeface="Arial"/>
              </a:rPr>
              <a:t>- tytuł, data, kod biblioteczny</a:t>
            </a:r>
            <a:endParaRPr/>
          </a:p>
        </p:txBody>
      </p:sp>
      <p:sp>
        <p:nvSpPr>
          <p:cNvPr id="213" name="Google Shape;213;p13"/>
          <p:cNvSpPr txBox="1"/>
          <p:nvPr/>
        </p:nvSpPr>
        <p:spPr>
          <a:xfrm>
            <a:off x="7250086" y="5065033"/>
            <a:ext cx="3265514"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pl-PL" sz="1800">
                <a:solidFill>
                  <a:schemeClr val="dk1"/>
                </a:solidFill>
                <a:latin typeface="Arial"/>
                <a:ea typeface="Arial"/>
                <a:cs typeface="Arial"/>
                <a:sym typeface="Arial"/>
              </a:rPr>
              <a:t>Post na social media</a:t>
            </a:r>
            <a:endParaRPr/>
          </a:p>
          <a:p>
            <a:pPr indent="0" lvl="0" marL="0" marR="0" rtl="0" algn="l">
              <a:spcBef>
                <a:spcPts val="0"/>
              </a:spcBef>
              <a:spcAft>
                <a:spcPts val="0"/>
              </a:spcAft>
              <a:buNone/>
            </a:pPr>
            <a:r>
              <a:rPr lang="pl-PL" sz="1800">
                <a:solidFill>
                  <a:schemeClr val="dk1"/>
                </a:solidFill>
                <a:latin typeface="Arial"/>
                <a:ea typeface="Arial"/>
                <a:cs typeface="Arial"/>
                <a:sym typeface="Arial"/>
              </a:rPr>
              <a:t>- treść, tagi, nazwa użytkownika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14"/>
          <p:cNvSpPr txBox="1"/>
          <p:nvPr>
            <p:ph type="title"/>
          </p:nvPr>
        </p:nvSpPr>
        <p:spPr>
          <a:xfrm>
            <a:off x="838200" y="557188"/>
            <a:ext cx="10515600" cy="1133499"/>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chemeClr val="dk1"/>
              </a:buClr>
              <a:buSzPts val="5200"/>
              <a:buFont typeface="Play"/>
              <a:buNone/>
            </a:pPr>
            <a:r>
              <a:rPr lang="pl-PL" sz="5200"/>
              <a:t>Modalności AI</a:t>
            </a:r>
            <a:endParaRPr/>
          </a:p>
        </p:txBody>
      </p:sp>
      <p:sp>
        <p:nvSpPr>
          <p:cNvPr id="220" name="Google Shape;220;p14"/>
          <p:cNvSpPr txBox="1"/>
          <p:nvPr/>
        </p:nvSpPr>
        <p:spPr>
          <a:xfrm>
            <a:off x="1938389" y="3404217"/>
            <a:ext cx="1314449"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audio</a:t>
            </a:r>
            <a:endParaRPr/>
          </a:p>
        </p:txBody>
      </p:sp>
      <p:sp>
        <p:nvSpPr>
          <p:cNvPr id="221" name="Google Shape;221;p14"/>
          <p:cNvSpPr txBox="1"/>
          <p:nvPr/>
        </p:nvSpPr>
        <p:spPr>
          <a:xfrm>
            <a:off x="9015728" y="3254802"/>
            <a:ext cx="673036"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tekst</a:t>
            </a:r>
            <a:endParaRPr/>
          </a:p>
        </p:txBody>
      </p:sp>
      <p:sp>
        <p:nvSpPr>
          <p:cNvPr id="222" name="Google Shape;222;p14"/>
          <p:cNvSpPr txBox="1"/>
          <p:nvPr/>
        </p:nvSpPr>
        <p:spPr>
          <a:xfrm>
            <a:off x="5600883" y="3773549"/>
            <a:ext cx="752476"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video</a:t>
            </a:r>
            <a:endParaRPr/>
          </a:p>
        </p:txBody>
      </p:sp>
      <p:sp>
        <p:nvSpPr>
          <p:cNvPr id="223" name="Google Shape;223;p14"/>
          <p:cNvSpPr txBox="1"/>
          <p:nvPr/>
        </p:nvSpPr>
        <p:spPr>
          <a:xfrm>
            <a:off x="7353107" y="5794270"/>
            <a:ext cx="840498"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tabela</a:t>
            </a:r>
            <a:endParaRPr/>
          </a:p>
        </p:txBody>
      </p:sp>
      <p:sp>
        <p:nvSpPr>
          <p:cNvPr id="224" name="Google Shape;224;p14"/>
          <p:cNvSpPr txBox="1"/>
          <p:nvPr/>
        </p:nvSpPr>
        <p:spPr>
          <a:xfrm>
            <a:off x="2951847" y="5487080"/>
            <a:ext cx="1000123"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obrazki</a:t>
            </a:r>
            <a:endParaRPr/>
          </a:p>
        </p:txBody>
      </p:sp>
      <p:sp>
        <p:nvSpPr>
          <p:cNvPr id="225" name="Google Shape;225;p14"/>
          <p:cNvSpPr txBox="1"/>
          <p:nvPr/>
        </p:nvSpPr>
        <p:spPr>
          <a:xfrm>
            <a:off x="10290395" y="5050776"/>
            <a:ext cx="559988"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3D</a:t>
            </a:r>
            <a:endParaRPr/>
          </a:p>
        </p:txBody>
      </p:sp>
      <p:sp>
        <p:nvSpPr>
          <p:cNvPr id="226" name="Google Shape;226;p14"/>
          <p:cNvSpPr txBox="1"/>
          <p:nvPr/>
        </p:nvSpPr>
        <p:spPr>
          <a:xfrm>
            <a:off x="5128509" y="1586744"/>
            <a:ext cx="1668280"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„surowe” dane</a:t>
            </a:r>
            <a:endParaRPr/>
          </a:p>
        </p:txBody>
      </p:sp>
      <p:pic>
        <p:nvPicPr>
          <p:cNvPr id="227" name="Google Shape;227;p14"/>
          <p:cNvPicPr preferRelativeResize="0"/>
          <p:nvPr/>
        </p:nvPicPr>
        <p:blipFill>
          <a:blip r:embed="rId3">
            <a:alphaModFix/>
          </a:blip>
          <a:stretch>
            <a:fillRect/>
          </a:stretch>
        </p:blipFill>
        <p:spPr>
          <a:xfrm>
            <a:off x="1938400" y="2604137"/>
            <a:ext cx="800100" cy="800100"/>
          </a:xfrm>
          <a:prstGeom prst="rect">
            <a:avLst/>
          </a:prstGeom>
          <a:noFill/>
          <a:ln>
            <a:noFill/>
          </a:ln>
        </p:spPr>
      </p:pic>
      <p:pic>
        <p:nvPicPr>
          <p:cNvPr id="228" name="Google Shape;228;p14"/>
          <p:cNvPicPr preferRelativeResize="0"/>
          <p:nvPr/>
        </p:nvPicPr>
        <p:blipFill>
          <a:blip r:embed="rId4">
            <a:alphaModFix/>
          </a:blip>
          <a:stretch>
            <a:fillRect/>
          </a:stretch>
        </p:blipFill>
        <p:spPr>
          <a:xfrm>
            <a:off x="5502450" y="2706746"/>
            <a:ext cx="1066800" cy="1066800"/>
          </a:xfrm>
          <a:prstGeom prst="rect">
            <a:avLst/>
          </a:prstGeom>
          <a:noFill/>
          <a:ln>
            <a:noFill/>
          </a:ln>
        </p:spPr>
      </p:pic>
      <p:pic>
        <p:nvPicPr>
          <p:cNvPr id="229" name="Google Shape;229;p14"/>
          <p:cNvPicPr preferRelativeResize="0"/>
          <p:nvPr/>
        </p:nvPicPr>
        <p:blipFill>
          <a:blip r:embed="rId5">
            <a:alphaModFix/>
          </a:blip>
          <a:stretch>
            <a:fillRect/>
          </a:stretch>
        </p:blipFill>
        <p:spPr>
          <a:xfrm>
            <a:off x="8952200" y="2454712"/>
            <a:ext cx="800100" cy="800100"/>
          </a:xfrm>
          <a:prstGeom prst="rect">
            <a:avLst/>
          </a:prstGeom>
          <a:noFill/>
          <a:ln>
            <a:noFill/>
          </a:ln>
        </p:spPr>
      </p:pic>
      <p:pic>
        <p:nvPicPr>
          <p:cNvPr id="230" name="Google Shape;230;p14"/>
          <p:cNvPicPr preferRelativeResize="0"/>
          <p:nvPr/>
        </p:nvPicPr>
        <p:blipFill>
          <a:blip r:embed="rId6">
            <a:alphaModFix/>
          </a:blip>
          <a:stretch>
            <a:fillRect/>
          </a:stretch>
        </p:blipFill>
        <p:spPr>
          <a:xfrm>
            <a:off x="10227488" y="4364987"/>
            <a:ext cx="685800" cy="685800"/>
          </a:xfrm>
          <a:prstGeom prst="rect">
            <a:avLst/>
          </a:prstGeom>
          <a:noFill/>
          <a:ln>
            <a:noFill/>
          </a:ln>
        </p:spPr>
      </p:pic>
      <p:pic>
        <p:nvPicPr>
          <p:cNvPr id="231" name="Google Shape;231;p14"/>
          <p:cNvPicPr preferRelativeResize="0"/>
          <p:nvPr/>
        </p:nvPicPr>
        <p:blipFill>
          <a:blip r:embed="rId7">
            <a:alphaModFix/>
          </a:blip>
          <a:stretch>
            <a:fillRect/>
          </a:stretch>
        </p:blipFill>
        <p:spPr>
          <a:xfrm>
            <a:off x="7354245" y="4956081"/>
            <a:ext cx="838200" cy="838200"/>
          </a:xfrm>
          <a:prstGeom prst="rect">
            <a:avLst/>
          </a:prstGeom>
          <a:noFill/>
          <a:ln>
            <a:noFill/>
          </a:ln>
        </p:spPr>
      </p:pic>
      <p:pic>
        <p:nvPicPr>
          <p:cNvPr id="232" name="Google Shape;232;p14"/>
          <p:cNvPicPr preferRelativeResize="0"/>
          <p:nvPr/>
        </p:nvPicPr>
        <p:blipFill>
          <a:blip r:embed="rId8">
            <a:alphaModFix/>
          </a:blip>
          <a:stretch>
            <a:fillRect/>
          </a:stretch>
        </p:blipFill>
        <p:spPr>
          <a:xfrm>
            <a:off x="3109013" y="4801287"/>
            <a:ext cx="685800" cy="6858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15"/>
          <p:cNvSpPr txBox="1"/>
          <p:nvPr>
            <p:ph type="title"/>
          </p:nvPr>
        </p:nvSpPr>
        <p:spPr>
          <a:xfrm>
            <a:off x="838200" y="557188"/>
            <a:ext cx="10515600" cy="1133499"/>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chemeClr val="dk1"/>
              </a:buClr>
              <a:buSzPts val="5200"/>
              <a:buFont typeface="Play"/>
              <a:buNone/>
            </a:pPr>
            <a:r>
              <a:rPr lang="pl-PL" sz="5200"/>
              <a:t>Modalności AI</a:t>
            </a:r>
            <a:endParaRPr/>
          </a:p>
        </p:txBody>
      </p:sp>
      <p:sp>
        <p:nvSpPr>
          <p:cNvPr id="239" name="Google Shape;239;p15"/>
          <p:cNvSpPr txBox="1"/>
          <p:nvPr/>
        </p:nvSpPr>
        <p:spPr>
          <a:xfrm>
            <a:off x="1938389" y="3404217"/>
            <a:ext cx="1314449"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audio</a:t>
            </a:r>
            <a:endParaRPr/>
          </a:p>
        </p:txBody>
      </p:sp>
      <p:sp>
        <p:nvSpPr>
          <p:cNvPr id="240" name="Google Shape;240;p15"/>
          <p:cNvSpPr txBox="1"/>
          <p:nvPr/>
        </p:nvSpPr>
        <p:spPr>
          <a:xfrm>
            <a:off x="9015728" y="3254802"/>
            <a:ext cx="673036"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tekst</a:t>
            </a:r>
            <a:endParaRPr/>
          </a:p>
        </p:txBody>
      </p:sp>
      <p:sp>
        <p:nvSpPr>
          <p:cNvPr id="241" name="Google Shape;241;p15"/>
          <p:cNvSpPr txBox="1"/>
          <p:nvPr/>
        </p:nvSpPr>
        <p:spPr>
          <a:xfrm>
            <a:off x="5600883" y="3773549"/>
            <a:ext cx="752476"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video</a:t>
            </a:r>
            <a:endParaRPr/>
          </a:p>
        </p:txBody>
      </p:sp>
      <p:sp>
        <p:nvSpPr>
          <p:cNvPr id="242" name="Google Shape;242;p15"/>
          <p:cNvSpPr txBox="1"/>
          <p:nvPr/>
        </p:nvSpPr>
        <p:spPr>
          <a:xfrm>
            <a:off x="7353107" y="5794270"/>
            <a:ext cx="840498"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tabela</a:t>
            </a:r>
            <a:endParaRPr/>
          </a:p>
        </p:txBody>
      </p:sp>
      <p:sp>
        <p:nvSpPr>
          <p:cNvPr id="243" name="Google Shape;243;p15"/>
          <p:cNvSpPr txBox="1"/>
          <p:nvPr/>
        </p:nvSpPr>
        <p:spPr>
          <a:xfrm>
            <a:off x="2951847" y="5487080"/>
            <a:ext cx="1000123"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obrazki</a:t>
            </a:r>
            <a:endParaRPr/>
          </a:p>
        </p:txBody>
      </p:sp>
      <p:sp>
        <p:nvSpPr>
          <p:cNvPr id="244" name="Google Shape;244;p15"/>
          <p:cNvSpPr txBox="1"/>
          <p:nvPr/>
        </p:nvSpPr>
        <p:spPr>
          <a:xfrm>
            <a:off x="10290395" y="5050776"/>
            <a:ext cx="559988"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3D</a:t>
            </a:r>
            <a:endParaRPr/>
          </a:p>
        </p:txBody>
      </p:sp>
      <p:sp>
        <p:nvSpPr>
          <p:cNvPr id="245" name="Google Shape;245;p15"/>
          <p:cNvSpPr txBox="1"/>
          <p:nvPr/>
        </p:nvSpPr>
        <p:spPr>
          <a:xfrm>
            <a:off x="3113744" y="1594832"/>
            <a:ext cx="5964511"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Więcej struktury ~ mniej wysiłku w przygotowanie danych</a:t>
            </a:r>
            <a:endParaRPr/>
          </a:p>
        </p:txBody>
      </p:sp>
      <p:sp>
        <p:nvSpPr>
          <p:cNvPr id="246" name="Google Shape;246;p15"/>
          <p:cNvSpPr txBox="1"/>
          <p:nvPr/>
        </p:nvSpPr>
        <p:spPr>
          <a:xfrm>
            <a:off x="4551581" y="6273966"/>
            <a:ext cx="2127960"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ustrukturyzowane</a:t>
            </a:r>
            <a:endParaRPr/>
          </a:p>
        </p:txBody>
      </p:sp>
      <p:cxnSp>
        <p:nvCxnSpPr>
          <p:cNvPr id="247" name="Google Shape;247;p15"/>
          <p:cNvCxnSpPr/>
          <p:nvPr/>
        </p:nvCxnSpPr>
        <p:spPr>
          <a:xfrm flipH="1" rot="10800000">
            <a:off x="5820813" y="5712594"/>
            <a:ext cx="858728" cy="469291"/>
          </a:xfrm>
          <a:prstGeom prst="straightConnector1">
            <a:avLst/>
          </a:prstGeom>
          <a:noFill/>
          <a:ln cap="flat" cmpd="sng" w="19050">
            <a:solidFill>
              <a:srgbClr val="FF0000"/>
            </a:solidFill>
            <a:prstDash val="solid"/>
            <a:round/>
            <a:headEnd len="sm" w="sm" type="none"/>
            <a:tailEnd len="med" w="med" type="stealth"/>
          </a:ln>
        </p:spPr>
      </p:cxnSp>
      <p:sp>
        <p:nvSpPr>
          <p:cNvPr id="248" name="Google Shape;248;p15"/>
          <p:cNvSpPr txBox="1"/>
          <p:nvPr/>
        </p:nvSpPr>
        <p:spPr>
          <a:xfrm>
            <a:off x="883824" y="3746500"/>
            <a:ext cx="1220100" cy="831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200">
                <a:solidFill>
                  <a:schemeClr val="dk1"/>
                </a:solidFill>
                <a:latin typeface="Arial"/>
                <a:ea typeface="Arial"/>
                <a:cs typeface="Arial"/>
                <a:sym typeface="Arial"/>
              </a:rPr>
              <a:t>Próbkowani</a:t>
            </a:r>
            <a:r>
              <a:rPr lang="pl-PL" sz="1200">
                <a:solidFill>
                  <a:schemeClr val="dk1"/>
                </a:solidFill>
              </a:rPr>
              <a:t>e</a:t>
            </a:r>
            <a:r>
              <a:rPr lang="pl-PL" sz="1200">
                <a:solidFill>
                  <a:schemeClr val="dk1"/>
                </a:solidFill>
                <a:latin typeface="Arial"/>
                <a:ea typeface="Arial"/>
                <a:cs typeface="Arial"/>
                <a:sym typeface="Arial"/>
              </a:rPr>
              <a:t>, kwantyzacja,</a:t>
            </a:r>
            <a:endParaRPr/>
          </a:p>
          <a:p>
            <a:pPr indent="0" lvl="0" marL="0" marR="0" rtl="0" algn="l">
              <a:spcBef>
                <a:spcPts val="0"/>
              </a:spcBef>
              <a:spcAft>
                <a:spcPts val="0"/>
              </a:spcAft>
              <a:buNone/>
            </a:pPr>
            <a:r>
              <a:rPr lang="pl-PL" sz="1200">
                <a:solidFill>
                  <a:schemeClr val="dk1"/>
                </a:solidFill>
                <a:latin typeface="Arial"/>
                <a:ea typeface="Arial"/>
                <a:cs typeface="Arial"/>
                <a:sym typeface="Arial"/>
              </a:rPr>
              <a:t>transformata Fouriera</a:t>
            </a:r>
            <a:endParaRPr/>
          </a:p>
        </p:txBody>
      </p:sp>
      <p:sp>
        <p:nvSpPr>
          <p:cNvPr id="249" name="Google Shape;249;p15"/>
          <p:cNvSpPr txBox="1"/>
          <p:nvPr/>
        </p:nvSpPr>
        <p:spPr>
          <a:xfrm>
            <a:off x="1918180" y="5589861"/>
            <a:ext cx="1083241"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200">
                <a:solidFill>
                  <a:schemeClr val="dk1"/>
                </a:solidFill>
                <a:latin typeface="Arial"/>
                <a:ea typeface="Arial"/>
                <a:cs typeface="Arial"/>
                <a:sym typeface="Arial"/>
              </a:rPr>
              <a:t>Przycięcie, zmiana skali wartości</a:t>
            </a:r>
            <a:endParaRPr/>
          </a:p>
        </p:txBody>
      </p:sp>
      <p:sp>
        <p:nvSpPr>
          <p:cNvPr id="250" name="Google Shape;250;p15"/>
          <p:cNvSpPr txBox="1"/>
          <p:nvPr/>
        </p:nvSpPr>
        <p:spPr>
          <a:xfrm>
            <a:off x="4203319" y="3671662"/>
            <a:ext cx="1083241"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200">
                <a:solidFill>
                  <a:schemeClr val="dk1"/>
                </a:solidFill>
                <a:latin typeface="Arial"/>
                <a:ea typeface="Arial"/>
                <a:cs typeface="Arial"/>
                <a:sym typeface="Arial"/>
              </a:rPr>
              <a:t>Zmiana częstości ramek, filtrowanie </a:t>
            </a:r>
            <a:endParaRPr/>
          </a:p>
        </p:txBody>
      </p:sp>
      <p:sp>
        <p:nvSpPr>
          <p:cNvPr id="251" name="Google Shape;251;p15"/>
          <p:cNvSpPr txBox="1"/>
          <p:nvPr/>
        </p:nvSpPr>
        <p:spPr>
          <a:xfrm>
            <a:off x="7773356" y="3114953"/>
            <a:ext cx="1677169"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200">
                <a:solidFill>
                  <a:schemeClr val="dk1"/>
                </a:solidFill>
                <a:latin typeface="Arial"/>
                <a:ea typeface="Arial"/>
                <a:cs typeface="Arial"/>
                <a:sym typeface="Arial"/>
              </a:rPr>
              <a:t>Zamiana na lowercase, </a:t>
            </a:r>
            <a:endParaRPr/>
          </a:p>
          <a:p>
            <a:pPr indent="0" lvl="0" marL="0" marR="0" rtl="0" algn="l">
              <a:spcBef>
                <a:spcPts val="0"/>
              </a:spcBef>
              <a:spcAft>
                <a:spcPts val="0"/>
              </a:spcAft>
              <a:buNone/>
            </a:pPr>
            <a:r>
              <a:rPr lang="pl-PL" sz="1200">
                <a:solidFill>
                  <a:schemeClr val="dk1"/>
                </a:solidFill>
                <a:latin typeface="Arial"/>
                <a:ea typeface="Arial"/>
                <a:cs typeface="Arial"/>
                <a:sym typeface="Arial"/>
              </a:rPr>
              <a:t>usuwanie „stop words”,  tokenizacja</a:t>
            </a:r>
            <a:endParaRPr sz="1200">
              <a:solidFill>
                <a:schemeClr val="dk1"/>
              </a:solidFill>
              <a:latin typeface="Arial"/>
              <a:ea typeface="Arial"/>
              <a:cs typeface="Arial"/>
              <a:sym typeface="Arial"/>
            </a:endParaRPr>
          </a:p>
        </p:txBody>
      </p:sp>
      <p:sp>
        <p:nvSpPr>
          <p:cNvPr id="252" name="Google Shape;252;p15"/>
          <p:cNvSpPr txBox="1"/>
          <p:nvPr/>
        </p:nvSpPr>
        <p:spPr>
          <a:xfrm>
            <a:off x="9616569" y="5471104"/>
            <a:ext cx="1438046"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200">
                <a:solidFill>
                  <a:schemeClr val="dk1"/>
                </a:solidFill>
                <a:latin typeface="Arial"/>
                <a:ea typeface="Arial"/>
                <a:cs typeface="Arial"/>
                <a:sym typeface="Arial"/>
              </a:rPr>
              <a:t>Próbkowanie, zamiana siatki na chmurę punktów</a:t>
            </a:r>
            <a:endParaRPr/>
          </a:p>
        </p:txBody>
      </p:sp>
      <p:pic>
        <p:nvPicPr>
          <p:cNvPr id="253" name="Google Shape;253;p15"/>
          <p:cNvPicPr preferRelativeResize="0"/>
          <p:nvPr/>
        </p:nvPicPr>
        <p:blipFill>
          <a:blip r:embed="rId3">
            <a:alphaModFix/>
          </a:blip>
          <a:stretch>
            <a:fillRect/>
          </a:stretch>
        </p:blipFill>
        <p:spPr>
          <a:xfrm>
            <a:off x="1938400" y="2604137"/>
            <a:ext cx="800100" cy="800100"/>
          </a:xfrm>
          <a:prstGeom prst="rect">
            <a:avLst/>
          </a:prstGeom>
          <a:noFill/>
          <a:ln>
            <a:noFill/>
          </a:ln>
        </p:spPr>
      </p:pic>
      <p:pic>
        <p:nvPicPr>
          <p:cNvPr id="254" name="Google Shape;254;p15"/>
          <p:cNvPicPr preferRelativeResize="0"/>
          <p:nvPr/>
        </p:nvPicPr>
        <p:blipFill>
          <a:blip r:embed="rId4">
            <a:alphaModFix/>
          </a:blip>
          <a:stretch>
            <a:fillRect/>
          </a:stretch>
        </p:blipFill>
        <p:spPr>
          <a:xfrm>
            <a:off x="5502450" y="2706746"/>
            <a:ext cx="1066800" cy="1066800"/>
          </a:xfrm>
          <a:prstGeom prst="rect">
            <a:avLst/>
          </a:prstGeom>
          <a:noFill/>
          <a:ln>
            <a:noFill/>
          </a:ln>
        </p:spPr>
      </p:pic>
      <p:pic>
        <p:nvPicPr>
          <p:cNvPr id="255" name="Google Shape;255;p15"/>
          <p:cNvPicPr preferRelativeResize="0"/>
          <p:nvPr/>
        </p:nvPicPr>
        <p:blipFill>
          <a:blip r:embed="rId5">
            <a:alphaModFix/>
          </a:blip>
          <a:stretch>
            <a:fillRect/>
          </a:stretch>
        </p:blipFill>
        <p:spPr>
          <a:xfrm>
            <a:off x="8952200" y="2454712"/>
            <a:ext cx="800100" cy="800100"/>
          </a:xfrm>
          <a:prstGeom prst="rect">
            <a:avLst/>
          </a:prstGeom>
          <a:noFill/>
          <a:ln>
            <a:noFill/>
          </a:ln>
        </p:spPr>
      </p:pic>
      <p:pic>
        <p:nvPicPr>
          <p:cNvPr id="256" name="Google Shape;256;p15"/>
          <p:cNvPicPr preferRelativeResize="0"/>
          <p:nvPr/>
        </p:nvPicPr>
        <p:blipFill>
          <a:blip r:embed="rId6">
            <a:alphaModFix/>
          </a:blip>
          <a:stretch>
            <a:fillRect/>
          </a:stretch>
        </p:blipFill>
        <p:spPr>
          <a:xfrm>
            <a:off x="3109013" y="4801287"/>
            <a:ext cx="685800" cy="685800"/>
          </a:xfrm>
          <a:prstGeom prst="rect">
            <a:avLst/>
          </a:prstGeom>
          <a:noFill/>
          <a:ln>
            <a:noFill/>
          </a:ln>
        </p:spPr>
      </p:pic>
      <p:pic>
        <p:nvPicPr>
          <p:cNvPr id="257" name="Google Shape;257;p15"/>
          <p:cNvPicPr preferRelativeResize="0"/>
          <p:nvPr/>
        </p:nvPicPr>
        <p:blipFill>
          <a:blip r:embed="rId7">
            <a:alphaModFix/>
          </a:blip>
          <a:stretch>
            <a:fillRect/>
          </a:stretch>
        </p:blipFill>
        <p:spPr>
          <a:xfrm>
            <a:off x="7354245" y="4956081"/>
            <a:ext cx="838200" cy="838200"/>
          </a:xfrm>
          <a:prstGeom prst="rect">
            <a:avLst/>
          </a:prstGeom>
          <a:noFill/>
          <a:ln>
            <a:noFill/>
          </a:ln>
        </p:spPr>
      </p:pic>
      <p:pic>
        <p:nvPicPr>
          <p:cNvPr id="258" name="Google Shape;258;p15"/>
          <p:cNvPicPr preferRelativeResize="0"/>
          <p:nvPr/>
        </p:nvPicPr>
        <p:blipFill>
          <a:blip r:embed="rId8">
            <a:alphaModFix/>
          </a:blip>
          <a:stretch>
            <a:fillRect/>
          </a:stretch>
        </p:blipFill>
        <p:spPr>
          <a:xfrm>
            <a:off x="10227488" y="4364987"/>
            <a:ext cx="685800" cy="6858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pic>
        <p:nvPicPr>
          <p:cNvPr id="264" name="Google Shape;264;p16"/>
          <p:cNvPicPr preferRelativeResize="0"/>
          <p:nvPr/>
        </p:nvPicPr>
        <p:blipFill rotWithShape="1">
          <a:blip r:embed="rId3">
            <a:alphaModFix/>
          </a:blip>
          <a:srcRect b="0" l="0" r="8299" t="0"/>
          <a:stretch/>
        </p:blipFill>
        <p:spPr>
          <a:xfrm>
            <a:off x="3395841" y="2228863"/>
            <a:ext cx="5400316" cy="2515379"/>
          </a:xfrm>
          <a:prstGeom prst="rect">
            <a:avLst/>
          </a:prstGeom>
          <a:noFill/>
          <a:ln>
            <a:noFill/>
          </a:ln>
        </p:spPr>
      </p:pic>
      <p:sp>
        <p:nvSpPr>
          <p:cNvPr id="265" name="Google Shape;265;p16"/>
          <p:cNvSpPr txBox="1"/>
          <p:nvPr/>
        </p:nvSpPr>
        <p:spPr>
          <a:xfrm>
            <a:off x="480848" y="3429000"/>
            <a:ext cx="2309648"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Wielkość: Mamy 10 </a:t>
            </a:r>
            <a:r>
              <a:rPr b="1" lang="pl-PL" sz="1800">
                <a:solidFill>
                  <a:schemeClr val="dk1"/>
                </a:solidFill>
                <a:latin typeface="Arial"/>
                <a:ea typeface="Arial"/>
                <a:cs typeface="Arial"/>
                <a:sym typeface="Arial"/>
              </a:rPr>
              <a:t>obserwacji (próbek)</a:t>
            </a:r>
            <a:endParaRPr/>
          </a:p>
        </p:txBody>
      </p:sp>
      <p:sp>
        <p:nvSpPr>
          <p:cNvPr id="266" name="Google Shape;266;p16"/>
          <p:cNvSpPr txBox="1"/>
          <p:nvPr/>
        </p:nvSpPr>
        <p:spPr>
          <a:xfrm>
            <a:off x="2690648" y="1497748"/>
            <a:ext cx="6810703"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Wymiarowość : Każda obserwacja opisana jest przez 6 </a:t>
            </a:r>
            <a:r>
              <a:rPr b="1" lang="pl-PL" sz="1800">
                <a:solidFill>
                  <a:schemeClr val="dk1"/>
                </a:solidFill>
                <a:latin typeface="Arial"/>
                <a:ea typeface="Arial"/>
                <a:cs typeface="Arial"/>
                <a:sym typeface="Arial"/>
              </a:rPr>
              <a:t>zmiennych</a:t>
            </a:r>
            <a:r>
              <a:rPr lang="pl-PL" sz="1800">
                <a:solidFill>
                  <a:schemeClr val="dk1"/>
                </a:solidFill>
                <a:latin typeface="Arial"/>
                <a:ea typeface="Arial"/>
                <a:cs typeface="Arial"/>
                <a:sym typeface="Arial"/>
              </a:rPr>
              <a:t> </a:t>
            </a:r>
            <a:endParaRPr/>
          </a:p>
        </p:txBody>
      </p:sp>
      <p:sp>
        <p:nvSpPr>
          <p:cNvPr id="267" name="Google Shape;267;p16"/>
          <p:cNvSpPr txBox="1"/>
          <p:nvPr/>
        </p:nvSpPr>
        <p:spPr>
          <a:xfrm>
            <a:off x="638503" y="386468"/>
            <a:ext cx="5817476"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3200">
                <a:solidFill>
                  <a:schemeClr val="dk1"/>
                </a:solidFill>
                <a:latin typeface="Play"/>
                <a:ea typeface="Play"/>
                <a:cs typeface="Play"/>
                <a:sym typeface="Play"/>
              </a:rPr>
              <a:t>Pierwsze zapoznanie z danymi</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pic>
        <p:nvPicPr>
          <p:cNvPr id="273" name="Google Shape;273;p17"/>
          <p:cNvPicPr preferRelativeResize="0"/>
          <p:nvPr/>
        </p:nvPicPr>
        <p:blipFill rotWithShape="1">
          <a:blip r:embed="rId3">
            <a:alphaModFix/>
          </a:blip>
          <a:srcRect b="0" l="0" r="8299" t="0"/>
          <a:stretch/>
        </p:blipFill>
        <p:spPr>
          <a:xfrm>
            <a:off x="3395841" y="2228863"/>
            <a:ext cx="5400316" cy="2515379"/>
          </a:xfrm>
          <a:prstGeom prst="rect">
            <a:avLst/>
          </a:prstGeom>
          <a:noFill/>
          <a:ln>
            <a:noFill/>
          </a:ln>
        </p:spPr>
      </p:pic>
      <p:sp>
        <p:nvSpPr>
          <p:cNvPr id="274" name="Google Shape;274;p17"/>
          <p:cNvSpPr txBox="1"/>
          <p:nvPr/>
        </p:nvSpPr>
        <p:spPr>
          <a:xfrm>
            <a:off x="480848" y="3429000"/>
            <a:ext cx="2309648"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rgbClr val="747474"/>
                </a:solidFill>
                <a:latin typeface="Arial"/>
                <a:ea typeface="Arial"/>
                <a:cs typeface="Arial"/>
                <a:sym typeface="Arial"/>
              </a:rPr>
              <a:t>Wielkość: Mamy 10 </a:t>
            </a:r>
            <a:r>
              <a:rPr b="1" lang="pl-PL" sz="1800">
                <a:solidFill>
                  <a:srgbClr val="747474"/>
                </a:solidFill>
                <a:latin typeface="Arial"/>
                <a:ea typeface="Arial"/>
                <a:cs typeface="Arial"/>
                <a:sym typeface="Arial"/>
              </a:rPr>
              <a:t>obserwacji (próbek)</a:t>
            </a:r>
            <a:endParaRPr/>
          </a:p>
        </p:txBody>
      </p:sp>
      <p:sp>
        <p:nvSpPr>
          <p:cNvPr id="275" name="Google Shape;275;p17"/>
          <p:cNvSpPr txBox="1"/>
          <p:nvPr/>
        </p:nvSpPr>
        <p:spPr>
          <a:xfrm>
            <a:off x="2690648" y="1497748"/>
            <a:ext cx="6810703"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rgbClr val="747474"/>
                </a:solidFill>
                <a:latin typeface="Arial"/>
                <a:ea typeface="Arial"/>
                <a:cs typeface="Arial"/>
                <a:sym typeface="Arial"/>
              </a:rPr>
              <a:t>Wymiarowość : Każda obserwacja opisana jest przez 6 </a:t>
            </a:r>
            <a:r>
              <a:rPr b="1" lang="pl-PL" sz="1800">
                <a:solidFill>
                  <a:srgbClr val="747474"/>
                </a:solidFill>
                <a:latin typeface="Arial"/>
                <a:ea typeface="Arial"/>
                <a:cs typeface="Arial"/>
                <a:sym typeface="Arial"/>
              </a:rPr>
              <a:t>zmiennych</a:t>
            </a:r>
            <a:r>
              <a:rPr lang="pl-PL" sz="1800">
                <a:solidFill>
                  <a:srgbClr val="747474"/>
                </a:solidFill>
                <a:latin typeface="Arial"/>
                <a:ea typeface="Arial"/>
                <a:cs typeface="Arial"/>
                <a:sym typeface="Arial"/>
              </a:rPr>
              <a:t> </a:t>
            </a:r>
            <a:endParaRPr/>
          </a:p>
        </p:txBody>
      </p:sp>
      <p:sp>
        <p:nvSpPr>
          <p:cNvPr id="276" name="Google Shape;276;p17"/>
          <p:cNvSpPr txBox="1"/>
          <p:nvPr/>
        </p:nvSpPr>
        <p:spPr>
          <a:xfrm>
            <a:off x="2402615" y="5133566"/>
            <a:ext cx="3058510"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1" lang="pl-PL" sz="1800">
                <a:solidFill>
                  <a:schemeClr val="dk1"/>
                </a:solidFill>
                <a:latin typeface="Arial"/>
                <a:ea typeface="Arial"/>
                <a:cs typeface="Arial"/>
                <a:sym typeface="Arial"/>
              </a:rPr>
              <a:t>species i island </a:t>
            </a:r>
            <a:r>
              <a:rPr lang="pl-PL" sz="1800">
                <a:solidFill>
                  <a:schemeClr val="dk1"/>
                </a:solidFill>
                <a:latin typeface="Arial"/>
                <a:ea typeface="Arial"/>
                <a:cs typeface="Arial"/>
                <a:sym typeface="Arial"/>
              </a:rPr>
              <a:t>to zmienne </a:t>
            </a:r>
            <a:r>
              <a:rPr b="1" lang="pl-PL" sz="1800">
                <a:solidFill>
                  <a:schemeClr val="dk1"/>
                </a:solidFill>
                <a:latin typeface="Arial"/>
                <a:ea typeface="Arial"/>
                <a:cs typeface="Arial"/>
                <a:sym typeface="Arial"/>
              </a:rPr>
              <a:t>kategorialne</a:t>
            </a:r>
            <a:endParaRPr/>
          </a:p>
        </p:txBody>
      </p:sp>
      <p:sp>
        <p:nvSpPr>
          <p:cNvPr id="277" name="Google Shape;277;p17"/>
          <p:cNvSpPr txBox="1"/>
          <p:nvPr/>
        </p:nvSpPr>
        <p:spPr>
          <a:xfrm>
            <a:off x="7491249" y="4995067"/>
            <a:ext cx="3773212"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1" lang="pl-PL" sz="1800">
                <a:solidFill>
                  <a:schemeClr val="dk1"/>
                </a:solidFill>
                <a:latin typeface="Arial"/>
                <a:ea typeface="Arial"/>
                <a:cs typeface="Arial"/>
                <a:sym typeface="Arial"/>
              </a:rPr>
              <a:t>bill_length_mm, bill_depth_mm, flipper_length_mm, body_mass_g </a:t>
            </a:r>
            <a:r>
              <a:rPr lang="pl-PL" sz="1800">
                <a:solidFill>
                  <a:schemeClr val="dk1"/>
                </a:solidFill>
                <a:latin typeface="Arial"/>
                <a:ea typeface="Arial"/>
                <a:cs typeface="Arial"/>
                <a:sym typeface="Arial"/>
              </a:rPr>
              <a:t>to zmienne </a:t>
            </a:r>
            <a:r>
              <a:rPr b="1" lang="pl-PL" sz="1800">
                <a:solidFill>
                  <a:schemeClr val="dk1"/>
                </a:solidFill>
                <a:latin typeface="Arial"/>
                <a:ea typeface="Arial"/>
                <a:cs typeface="Arial"/>
                <a:sym typeface="Arial"/>
              </a:rPr>
              <a:t>numeryczne</a:t>
            </a:r>
            <a:endParaRPr/>
          </a:p>
        </p:txBody>
      </p:sp>
      <p:sp>
        <p:nvSpPr>
          <p:cNvPr id="278" name="Google Shape;278;p17"/>
          <p:cNvSpPr txBox="1"/>
          <p:nvPr/>
        </p:nvSpPr>
        <p:spPr>
          <a:xfrm>
            <a:off x="638503" y="386468"/>
            <a:ext cx="5817476"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3200">
                <a:solidFill>
                  <a:schemeClr val="dk1"/>
                </a:solidFill>
                <a:latin typeface="Play"/>
                <a:ea typeface="Play"/>
                <a:cs typeface="Play"/>
                <a:sym typeface="Play"/>
              </a:rPr>
              <a:t>Pierwsze zapoznanie z danymi</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3" name="Shape 283"/>
        <p:cNvGrpSpPr/>
        <p:nvPr/>
      </p:nvGrpSpPr>
      <p:grpSpPr>
        <a:xfrm>
          <a:off x="0" y="0"/>
          <a:ext cx="0" cy="0"/>
          <a:chOff x="0" y="0"/>
          <a:chExt cx="0" cy="0"/>
        </a:xfrm>
      </p:grpSpPr>
      <p:pic>
        <p:nvPicPr>
          <p:cNvPr id="284" name="Google Shape;284;p18"/>
          <p:cNvPicPr preferRelativeResize="0"/>
          <p:nvPr/>
        </p:nvPicPr>
        <p:blipFill rotWithShape="1">
          <a:blip r:embed="rId3">
            <a:alphaModFix/>
          </a:blip>
          <a:srcRect b="0" l="0" r="8299" t="0"/>
          <a:stretch/>
        </p:blipFill>
        <p:spPr>
          <a:xfrm>
            <a:off x="3395841" y="2228863"/>
            <a:ext cx="5400316" cy="2515379"/>
          </a:xfrm>
          <a:prstGeom prst="rect">
            <a:avLst/>
          </a:prstGeom>
          <a:noFill/>
          <a:ln>
            <a:noFill/>
          </a:ln>
        </p:spPr>
      </p:pic>
      <p:sp>
        <p:nvSpPr>
          <p:cNvPr id="285" name="Google Shape;285;p18"/>
          <p:cNvSpPr txBox="1"/>
          <p:nvPr/>
        </p:nvSpPr>
        <p:spPr>
          <a:xfrm>
            <a:off x="480848" y="3429000"/>
            <a:ext cx="2309648"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rgbClr val="747474"/>
                </a:solidFill>
                <a:latin typeface="Arial"/>
                <a:ea typeface="Arial"/>
                <a:cs typeface="Arial"/>
                <a:sym typeface="Arial"/>
              </a:rPr>
              <a:t>Wielkość: Mamy 10 </a:t>
            </a:r>
            <a:r>
              <a:rPr b="1" lang="pl-PL" sz="1800">
                <a:solidFill>
                  <a:srgbClr val="747474"/>
                </a:solidFill>
                <a:latin typeface="Arial"/>
                <a:ea typeface="Arial"/>
                <a:cs typeface="Arial"/>
                <a:sym typeface="Arial"/>
              </a:rPr>
              <a:t>obserwacji (próbek)</a:t>
            </a:r>
            <a:endParaRPr/>
          </a:p>
        </p:txBody>
      </p:sp>
      <p:sp>
        <p:nvSpPr>
          <p:cNvPr id="286" name="Google Shape;286;p18"/>
          <p:cNvSpPr txBox="1"/>
          <p:nvPr/>
        </p:nvSpPr>
        <p:spPr>
          <a:xfrm>
            <a:off x="2690648" y="1497748"/>
            <a:ext cx="6810703"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rgbClr val="747474"/>
                </a:solidFill>
                <a:latin typeface="Arial"/>
                <a:ea typeface="Arial"/>
                <a:cs typeface="Arial"/>
                <a:sym typeface="Arial"/>
              </a:rPr>
              <a:t>Wymiarowość : Każda obserwacja opisana jest przez 6 </a:t>
            </a:r>
            <a:r>
              <a:rPr b="1" lang="pl-PL" sz="1800">
                <a:solidFill>
                  <a:srgbClr val="747474"/>
                </a:solidFill>
                <a:latin typeface="Arial"/>
                <a:ea typeface="Arial"/>
                <a:cs typeface="Arial"/>
                <a:sym typeface="Arial"/>
              </a:rPr>
              <a:t>zmiennych</a:t>
            </a:r>
            <a:r>
              <a:rPr lang="pl-PL" sz="1800">
                <a:solidFill>
                  <a:srgbClr val="747474"/>
                </a:solidFill>
                <a:latin typeface="Arial"/>
                <a:ea typeface="Arial"/>
                <a:cs typeface="Arial"/>
                <a:sym typeface="Arial"/>
              </a:rPr>
              <a:t> </a:t>
            </a:r>
            <a:endParaRPr/>
          </a:p>
        </p:txBody>
      </p:sp>
      <p:sp>
        <p:nvSpPr>
          <p:cNvPr id="287" name="Google Shape;287;p18"/>
          <p:cNvSpPr txBox="1"/>
          <p:nvPr/>
        </p:nvSpPr>
        <p:spPr>
          <a:xfrm>
            <a:off x="2402615" y="5133566"/>
            <a:ext cx="3058510"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1" lang="pl-PL" sz="1800">
                <a:solidFill>
                  <a:schemeClr val="dk1"/>
                </a:solidFill>
                <a:latin typeface="Arial"/>
                <a:ea typeface="Arial"/>
                <a:cs typeface="Arial"/>
                <a:sym typeface="Arial"/>
              </a:rPr>
              <a:t>species i island </a:t>
            </a:r>
            <a:r>
              <a:rPr lang="pl-PL" sz="1800">
                <a:solidFill>
                  <a:schemeClr val="dk1"/>
                </a:solidFill>
                <a:latin typeface="Arial"/>
                <a:ea typeface="Arial"/>
                <a:cs typeface="Arial"/>
                <a:sym typeface="Arial"/>
              </a:rPr>
              <a:t>to zmienne </a:t>
            </a:r>
            <a:r>
              <a:rPr b="1" lang="pl-PL" sz="1800">
                <a:solidFill>
                  <a:schemeClr val="dk1"/>
                </a:solidFill>
                <a:latin typeface="Arial"/>
                <a:ea typeface="Arial"/>
                <a:cs typeface="Arial"/>
                <a:sym typeface="Arial"/>
              </a:rPr>
              <a:t>kategorialne</a:t>
            </a:r>
            <a:endParaRPr/>
          </a:p>
        </p:txBody>
      </p:sp>
      <p:sp>
        <p:nvSpPr>
          <p:cNvPr id="288" name="Google Shape;288;p18"/>
          <p:cNvSpPr txBox="1"/>
          <p:nvPr/>
        </p:nvSpPr>
        <p:spPr>
          <a:xfrm>
            <a:off x="7491249" y="4995067"/>
            <a:ext cx="3773212"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1" lang="pl-PL" sz="1800">
                <a:solidFill>
                  <a:schemeClr val="dk1"/>
                </a:solidFill>
                <a:latin typeface="Arial"/>
                <a:ea typeface="Arial"/>
                <a:cs typeface="Arial"/>
                <a:sym typeface="Arial"/>
              </a:rPr>
              <a:t>bill_length_mm, bill_depth_mm, flipper_length_mm, body_mass_g </a:t>
            </a:r>
            <a:r>
              <a:rPr lang="pl-PL" sz="1800">
                <a:solidFill>
                  <a:schemeClr val="dk1"/>
                </a:solidFill>
                <a:latin typeface="Arial"/>
                <a:ea typeface="Arial"/>
                <a:cs typeface="Arial"/>
                <a:sym typeface="Arial"/>
              </a:rPr>
              <a:t>to zmienne </a:t>
            </a:r>
            <a:r>
              <a:rPr b="1" lang="pl-PL" sz="1800">
                <a:solidFill>
                  <a:schemeClr val="dk1"/>
                </a:solidFill>
                <a:latin typeface="Arial"/>
                <a:ea typeface="Arial"/>
                <a:cs typeface="Arial"/>
                <a:sym typeface="Arial"/>
              </a:rPr>
              <a:t>numeryczne</a:t>
            </a:r>
            <a:endParaRPr/>
          </a:p>
        </p:txBody>
      </p:sp>
      <p:sp>
        <p:nvSpPr>
          <p:cNvPr id="289" name="Google Shape;289;p18"/>
          <p:cNvSpPr txBox="1"/>
          <p:nvPr/>
        </p:nvSpPr>
        <p:spPr>
          <a:xfrm>
            <a:off x="638503" y="386468"/>
            <a:ext cx="5817476"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3200">
                <a:solidFill>
                  <a:schemeClr val="dk1"/>
                </a:solidFill>
                <a:latin typeface="Play"/>
                <a:ea typeface="Play"/>
                <a:cs typeface="Play"/>
                <a:sym typeface="Play"/>
              </a:rPr>
              <a:t>Pierwsze zapoznanie z danymi</a:t>
            </a:r>
            <a:endParaRPr/>
          </a:p>
        </p:txBody>
      </p:sp>
      <p:pic>
        <p:nvPicPr>
          <p:cNvPr id="290" name="Google Shape;290;p18"/>
          <p:cNvPicPr preferRelativeResize="0"/>
          <p:nvPr/>
        </p:nvPicPr>
        <p:blipFill rotWithShape="1">
          <a:blip r:embed="rId4">
            <a:alphaModFix/>
          </a:blip>
          <a:srcRect b="0" l="0" r="0" t="0"/>
          <a:stretch/>
        </p:blipFill>
        <p:spPr>
          <a:xfrm>
            <a:off x="480848" y="4539527"/>
            <a:ext cx="1647842" cy="867573"/>
          </a:xfrm>
          <a:prstGeom prst="rect">
            <a:avLst/>
          </a:prstGeom>
          <a:noFill/>
          <a:ln cap="flat" cmpd="sng" w="9525">
            <a:solidFill>
              <a:schemeClr val="dk1"/>
            </a:solidFill>
            <a:prstDash val="solid"/>
            <a:round/>
            <a:headEnd len="sm" w="sm" type="none"/>
            <a:tailEnd len="sm" w="sm" type="none"/>
          </a:ln>
        </p:spPr>
      </p:pic>
      <p:pic>
        <p:nvPicPr>
          <p:cNvPr id="291" name="Google Shape;291;p18"/>
          <p:cNvPicPr preferRelativeResize="0"/>
          <p:nvPr/>
        </p:nvPicPr>
        <p:blipFill rotWithShape="1">
          <a:blip r:embed="rId5">
            <a:alphaModFix/>
          </a:blip>
          <a:srcRect b="0" l="0" r="0" t="0"/>
          <a:stretch/>
        </p:blipFill>
        <p:spPr>
          <a:xfrm>
            <a:off x="480848" y="5484610"/>
            <a:ext cx="1515639" cy="867573"/>
          </a:xfrm>
          <a:prstGeom prst="rect">
            <a:avLst/>
          </a:prstGeom>
          <a:noFill/>
          <a:ln cap="flat" cmpd="sng" w="9525">
            <a:solidFill>
              <a:schemeClr val="dk1"/>
            </a:solidFill>
            <a:prstDash val="solid"/>
            <a:round/>
            <a:headEnd len="sm" w="sm" type="none"/>
            <a:tailEnd len="sm" w="sm" type="none"/>
          </a:ln>
        </p:spPr>
      </p:pic>
      <p:pic>
        <p:nvPicPr>
          <p:cNvPr id="292" name="Google Shape;292;p18"/>
          <p:cNvPicPr preferRelativeResize="0"/>
          <p:nvPr/>
        </p:nvPicPr>
        <p:blipFill rotWithShape="1">
          <a:blip r:embed="rId6">
            <a:alphaModFix/>
          </a:blip>
          <a:srcRect b="0" l="0" r="0" t="0"/>
          <a:stretch/>
        </p:blipFill>
        <p:spPr>
          <a:xfrm>
            <a:off x="7137674" y="5989933"/>
            <a:ext cx="4727354" cy="724499"/>
          </a:xfrm>
          <a:prstGeom prst="rect">
            <a:avLst/>
          </a:prstGeom>
          <a:noFill/>
          <a:ln cap="flat" cmpd="sng" w="9525">
            <a:solidFill>
              <a:schemeClr val="dk1"/>
            </a:solidFill>
            <a:prstDash val="solid"/>
            <a:round/>
            <a:headEnd len="sm" w="sm" type="none"/>
            <a:tailEnd len="sm" w="sm" type="none"/>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pic>
        <p:nvPicPr>
          <p:cNvPr id="298" name="Google Shape;298;p19"/>
          <p:cNvPicPr preferRelativeResize="0"/>
          <p:nvPr/>
        </p:nvPicPr>
        <p:blipFill rotWithShape="1">
          <a:blip r:embed="rId3">
            <a:alphaModFix/>
          </a:blip>
          <a:srcRect b="0" l="0" r="8299" t="0"/>
          <a:stretch/>
        </p:blipFill>
        <p:spPr>
          <a:xfrm>
            <a:off x="3395841" y="2228863"/>
            <a:ext cx="5400316" cy="2515379"/>
          </a:xfrm>
          <a:prstGeom prst="rect">
            <a:avLst/>
          </a:prstGeom>
          <a:noFill/>
          <a:ln>
            <a:noFill/>
          </a:ln>
        </p:spPr>
      </p:pic>
      <p:sp>
        <p:nvSpPr>
          <p:cNvPr id="299" name="Google Shape;299;p19"/>
          <p:cNvSpPr txBox="1"/>
          <p:nvPr/>
        </p:nvSpPr>
        <p:spPr>
          <a:xfrm>
            <a:off x="480848" y="3429000"/>
            <a:ext cx="2309648"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rgbClr val="747474"/>
                </a:solidFill>
                <a:latin typeface="Arial"/>
                <a:ea typeface="Arial"/>
                <a:cs typeface="Arial"/>
                <a:sym typeface="Arial"/>
              </a:rPr>
              <a:t>Wielkość: Mamy 10 </a:t>
            </a:r>
            <a:r>
              <a:rPr b="1" lang="pl-PL" sz="1800">
                <a:solidFill>
                  <a:srgbClr val="747474"/>
                </a:solidFill>
                <a:latin typeface="Arial"/>
                <a:ea typeface="Arial"/>
                <a:cs typeface="Arial"/>
                <a:sym typeface="Arial"/>
              </a:rPr>
              <a:t>obserwacji (próbek)</a:t>
            </a:r>
            <a:endParaRPr/>
          </a:p>
        </p:txBody>
      </p:sp>
      <p:sp>
        <p:nvSpPr>
          <p:cNvPr id="300" name="Google Shape;300;p19"/>
          <p:cNvSpPr txBox="1"/>
          <p:nvPr/>
        </p:nvSpPr>
        <p:spPr>
          <a:xfrm>
            <a:off x="2690648" y="1497748"/>
            <a:ext cx="6810703"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rgbClr val="747474"/>
                </a:solidFill>
                <a:latin typeface="Arial"/>
                <a:ea typeface="Arial"/>
                <a:cs typeface="Arial"/>
                <a:sym typeface="Arial"/>
              </a:rPr>
              <a:t>Wymiarowość : Każda obserwacja opisana jest przez 6 </a:t>
            </a:r>
            <a:r>
              <a:rPr b="1" lang="pl-PL" sz="1800">
                <a:solidFill>
                  <a:srgbClr val="747474"/>
                </a:solidFill>
                <a:latin typeface="Arial"/>
                <a:ea typeface="Arial"/>
                <a:cs typeface="Arial"/>
                <a:sym typeface="Arial"/>
              </a:rPr>
              <a:t>zmiennych</a:t>
            </a:r>
            <a:r>
              <a:rPr lang="pl-PL" sz="1800">
                <a:solidFill>
                  <a:srgbClr val="747474"/>
                </a:solidFill>
                <a:latin typeface="Arial"/>
                <a:ea typeface="Arial"/>
                <a:cs typeface="Arial"/>
                <a:sym typeface="Arial"/>
              </a:rPr>
              <a:t> </a:t>
            </a:r>
            <a:endParaRPr/>
          </a:p>
        </p:txBody>
      </p:sp>
      <p:sp>
        <p:nvSpPr>
          <p:cNvPr id="301" name="Google Shape;301;p19"/>
          <p:cNvSpPr txBox="1"/>
          <p:nvPr/>
        </p:nvSpPr>
        <p:spPr>
          <a:xfrm>
            <a:off x="2402615" y="5133566"/>
            <a:ext cx="3058510"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1" lang="pl-PL" sz="1800">
                <a:solidFill>
                  <a:srgbClr val="747474"/>
                </a:solidFill>
                <a:latin typeface="Arial"/>
                <a:ea typeface="Arial"/>
                <a:cs typeface="Arial"/>
                <a:sym typeface="Arial"/>
              </a:rPr>
              <a:t>species i island </a:t>
            </a:r>
            <a:r>
              <a:rPr lang="pl-PL" sz="1800">
                <a:solidFill>
                  <a:srgbClr val="747474"/>
                </a:solidFill>
                <a:latin typeface="Arial"/>
                <a:ea typeface="Arial"/>
                <a:cs typeface="Arial"/>
                <a:sym typeface="Arial"/>
              </a:rPr>
              <a:t>to zmienne </a:t>
            </a:r>
            <a:r>
              <a:rPr b="1" lang="pl-PL" sz="1800">
                <a:solidFill>
                  <a:srgbClr val="747474"/>
                </a:solidFill>
                <a:latin typeface="Arial"/>
                <a:ea typeface="Arial"/>
                <a:cs typeface="Arial"/>
                <a:sym typeface="Arial"/>
              </a:rPr>
              <a:t>kategorialne</a:t>
            </a:r>
            <a:endParaRPr/>
          </a:p>
        </p:txBody>
      </p:sp>
      <p:sp>
        <p:nvSpPr>
          <p:cNvPr id="302" name="Google Shape;302;p19"/>
          <p:cNvSpPr txBox="1"/>
          <p:nvPr/>
        </p:nvSpPr>
        <p:spPr>
          <a:xfrm>
            <a:off x="7491249" y="4995067"/>
            <a:ext cx="3773212"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1" lang="pl-PL" sz="1800">
                <a:solidFill>
                  <a:srgbClr val="747474"/>
                </a:solidFill>
                <a:latin typeface="Arial"/>
                <a:ea typeface="Arial"/>
                <a:cs typeface="Arial"/>
                <a:sym typeface="Arial"/>
              </a:rPr>
              <a:t>bill_length_mm, bill_depth_mm, flipper_length_mm, body_mass_g </a:t>
            </a:r>
            <a:r>
              <a:rPr lang="pl-PL" sz="1800">
                <a:solidFill>
                  <a:srgbClr val="747474"/>
                </a:solidFill>
                <a:latin typeface="Arial"/>
                <a:ea typeface="Arial"/>
                <a:cs typeface="Arial"/>
                <a:sym typeface="Arial"/>
              </a:rPr>
              <a:t>to zmienne </a:t>
            </a:r>
            <a:r>
              <a:rPr b="1" lang="pl-PL" sz="1800">
                <a:solidFill>
                  <a:srgbClr val="747474"/>
                </a:solidFill>
                <a:latin typeface="Arial"/>
                <a:ea typeface="Arial"/>
                <a:cs typeface="Arial"/>
                <a:sym typeface="Arial"/>
              </a:rPr>
              <a:t>numeryczne</a:t>
            </a:r>
            <a:endParaRPr/>
          </a:p>
        </p:txBody>
      </p:sp>
      <p:sp>
        <p:nvSpPr>
          <p:cNvPr id="303" name="Google Shape;303;p19"/>
          <p:cNvSpPr txBox="1"/>
          <p:nvPr/>
        </p:nvSpPr>
        <p:spPr>
          <a:xfrm>
            <a:off x="4540972" y="5846055"/>
            <a:ext cx="2561897"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Dane mają różny zakres wartości</a:t>
            </a:r>
            <a:endParaRPr/>
          </a:p>
        </p:txBody>
      </p:sp>
      <p:sp>
        <p:nvSpPr>
          <p:cNvPr id="304" name="Google Shape;304;p19"/>
          <p:cNvSpPr txBox="1"/>
          <p:nvPr/>
        </p:nvSpPr>
        <p:spPr>
          <a:xfrm>
            <a:off x="9624345" y="2650658"/>
            <a:ext cx="2065785"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Występują wartości brakujące</a:t>
            </a:r>
            <a:endParaRPr/>
          </a:p>
        </p:txBody>
      </p:sp>
      <p:sp>
        <p:nvSpPr>
          <p:cNvPr id="305" name="Google Shape;305;p19"/>
          <p:cNvSpPr txBox="1"/>
          <p:nvPr/>
        </p:nvSpPr>
        <p:spPr>
          <a:xfrm>
            <a:off x="638503" y="386468"/>
            <a:ext cx="5817476"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3200">
                <a:solidFill>
                  <a:schemeClr val="dk1"/>
                </a:solidFill>
                <a:latin typeface="Play"/>
                <a:ea typeface="Play"/>
                <a:cs typeface="Play"/>
                <a:sym typeface="Play"/>
              </a:rPr>
              <a:t>Pierwsze zapoznanie z danymi</a:t>
            </a:r>
            <a:endParaRPr/>
          </a:p>
        </p:txBody>
      </p:sp>
      <p:pic>
        <p:nvPicPr>
          <p:cNvPr id="306" name="Google Shape;306;p19"/>
          <p:cNvPicPr preferRelativeResize="0"/>
          <p:nvPr/>
        </p:nvPicPr>
        <p:blipFill rotWithShape="1">
          <a:blip r:embed="rId4">
            <a:alphaModFix/>
          </a:blip>
          <a:srcRect b="0" l="0" r="0" t="0"/>
          <a:stretch/>
        </p:blipFill>
        <p:spPr>
          <a:xfrm>
            <a:off x="7185086" y="6010190"/>
            <a:ext cx="4632530" cy="738125"/>
          </a:xfrm>
          <a:prstGeom prst="rect">
            <a:avLst/>
          </a:prstGeom>
          <a:noFill/>
          <a:ln cap="flat" cmpd="sng" w="9525">
            <a:solidFill>
              <a:schemeClr val="dk1"/>
            </a:solidFill>
            <a:prstDash val="solid"/>
            <a:round/>
            <a:headEnd len="sm" w="sm" type="none"/>
            <a:tailEnd len="sm" w="sm" type="none"/>
          </a:ln>
        </p:spPr>
      </p:pic>
      <p:cxnSp>
        <p:nvCxnSpPr>
          <p:cNvPr id="307" name="Google Shape;307;p19"/>
          <p:cNvCxnSpPr>
            <a:stCxn id="304" idx="1"/>
          </p:cNvCxnSpPr>
          <p:nvPr/>
        </p:nvCxnSpPr>
        <p:spPr>
          <a:xfrm flipH="1">
            <a:off x="9128445" y="2973824"/>
            <a:ext cx="495900" cy="203400"/>
          </a:xfrm>
          <a:prstGeom prst="straightConnector1">
            <a:avLst/>
          </a:prstGeom>
          <a:noFill/>
          <a:ln cap="flat" cmpd="sng" w="19050">
            <a:solidFill>
              <a:srgbClr val="FF0000"/>
            </a:solidFill>
            <a:prstDash val="solid"/>
            <a:miter lim="8000"/>
            <a:headEnd len="sm" w="sm" type="none"/>
            <a:tailEnd len="med" w="med" type="triangle"/>
          </a:ln>
        </p:spPr>
      </p:cxn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2" name="Shape 312"/>
        <p:cNvGrpSpPr/>
        <p:nvPr/>
      </p:nvGrpSpPr>
      <p:grpSpPr>
        <a:xfrm>
          <a:off x="0" y="0"/>
          <a:ext cx="0" cy="0"/>
          <a:chOff x="0" y="0"/>
          <a:chExt cx="0" cy="0"/>
        </a:xfrm>
      </p:grpSpPr>
      <p:sp>
        <p:nvSpPr>
          <p:cNvPr id="313" name="Google Shape;313;p20"/>
          <p:cNvSpPr txBox="1"/>
          <p:nvPr/>
        </p:nvSpPr>
        <p:spPr>
          <a:xfrm>
            <a:off x="638503" y="386468"/>
            <a:ext cx="5817476"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3200">
                <a:solidFill>
                  <a:schemeClr val="dk1"/>
                </a:solidFill>
                <a:latin typeface="Play"/>
                <a:ea typeface="Play"/>
                <a:cs typeface="Play"/>
                <a:sym typeface="Play"/>
              </a:rPr>
              <a:t>Pierwsze zapoznanie z danymi</a:t>
            </a:r>
            <a:endParaRPr/>
          </a:p>
        </p:txBody>
      </p:sp>
      <p:sp>
        <p:nvSpPr>
          <p:cNvPr id="314" name="Google Shape;314;p20"/>
          <p:cNvSpPr txBox="1"/>
          <p:nvPr/>
        </p:nvSpPr>
        <p:spPr>
          <a:xfrm>
            <a:off x="1091761" y="5449181"/>
            <a:ext cx="2865384"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Klasa (zadanie klasyfikacji)</a:t>
            </a:r>
            <a:endParaRPr/>
          </a:p>
        </p:txBody>
      </p:sp>
      <p:sp>
        <p:nvSpPr>
          <p:cNvPr id="315" name="Google Shape;315;p20"/>
          <p:cNvSpPr txBox="1"/>
          <p:nvPr/>
        </p:nvSpPr>
        <p:spPr>
          <a:xfrm>
            <a:off x="4857230" y="1673582"/>
            <a:ext cx="3755434"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Predyktory, zmienne objaśniające</a:t>
            </a:r>
            <a:endParaRPr/>
          </a:p>
        </p:txBody>
      </p:sp>
      <p:pic>
        <p:nvPicPr>
          <p:cNvPr id="316" name="Google Shape;316;p20"/>
          <p:cNvPicPr preferRelativeResize="0"/>
          <p:nvPr/>
        </p:nvPicPr>
        <p:blipFill rotWithShape="1">
          <a:blip r:embed="rId3">
            <a:alphaModFix/>
          </a:blip>
          <a:srcRect b="0" l="0" r="87528" t="0"/>
          <a:stretch/>
        </p:blipFill>
        <p:spPr>
          <a:xfrm>
            <a:off x="2589929" y="2171310"/>
            <a:ext cx="734457" cy="2515379"/>
          </a:xfrm>
          <a:prstGeom prst="rect">
            <a:avLst/>
          </a:prstGeom>
          <a:noFill/>
          <a:ln cap="flat" cmpd="sng" w="28575">
            <a:solidFill>
              <a:srgbClr val="78206E"/>
            </a:solidFill>
            <a:prstDash val="solid"/>
            <a:round/>
            <a:headEnd len="sm" w="sm" type="none"/>
            <a:tailEnd len="sm" w="sm" type="none"/>
          </a:ln>
        </p:spPr>
      </p:pic>
      <p:pic>
        <p:nvPicPr>
          <p:cNvPr id="317" name="Google Shape;317;p20"/>
          <p:cNvPicPr preferRelativeResize="0"/>
          <p:nvPr/>
        </p:nvPicPr>
        <p:blipFill rotWithShape="1">
          <a:blip r:embed="rId3">
            <a:alphaModFix/>
          </a:blip>
          <a:srcRect b="0" l="12515" r="8299" t="0"/>
          <a:stretch/>
        </p:blipFill>
        <p:spPr>
          <a:xfrm>
            <a:off x="4403310" y="2171309"/>
            <a:ext cx="4663275" cy="2515379"/>
          </a:xfrm>
          <a:prstGeom prst="rect">
            <a:avLst/>
          </a:prstGeom>
          <a:noFill/>
          <a:ln cap="flat" cmpd="sng" w="28575">
            <a:solidFill>
              <a:srgbClr val="00B0F0"/>
            </a:solidFill>
            <a:prstDash val="solid"/>
            <a:round/>
            <a:headEnd len="sm" w="sm" type="none"/>
            <a:tailEnd len="sm" w="sm" type="none"/>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21"/>
          <p:cNvSpPr txBox="1"/>
          <p:nvPr/>
        </p:nvSpPr>
        <p:spPr>
          <a:xfrm>
            <a:off x="7613581" y="1883693"/>
            <a:ext cx="2935705"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2400">
                <a:solidFill>
                  <a:schemeClr val="dk1"/>
                </a:solidFill>
                <a:latin typeface="Arial"/>
                <a:ea typeface="Arial"/>
                <a:cs typeface="Arial"/>
                <a:sym typeface="Arial"/>
              </a:rPr>
              <a:t>Próbka powinna być reprezentatywna!</a:t>
            </a:r>
            <a:endParaRPr/>
          </a:p>
        </p:txBody>
      </p:sp>
      <p:sp>
        <p:nvSpPr>
          <p:cNvPr id="324" name="Google Shape;324;p21"/>
          <p:cNvSpPr txBox="1"/>
          <p:nvPr>
            <p:ph type="title"/>
          </p:nvPr>
        </p:nvSpPr>
        <p:spPr>
          <a:xfrm>
            <a:off x="3563352" y="525619"/>
            <a:ext cx="5065295" cy="902201"/>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pl-PL"/>
              <a:t>Ile danych potrzeba?</a:t>
            </a:r>
            <a:endParaRPr/>
          </a:p>
        </p:txBody>
      </p:sp>
      <p:sp>
        <p:nvSpPr>
          <p:cNvPr id="325" name="Google Shape;325;p21"/>
          <p:cNvSpPr txBox="1"/>
          <p:nvPr/>
        </p:nvSpPr>
        <p:spPr>
          <a:xfrm>
            <a:off x="1185884" y="2107925"/>
            <a:ext cx="2078431" cy="38253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Populacja</a:t>
            </a:r>
            <a:endParaRPr/>
          </a:p>
        </p:txBody>
      </p:sp>
      <p:sp>
        <p:nvSpPr>
          <p:cNvPr id="326" name="Google Shape;326;p21"/>
          <p:cNvSpPr txBox="1"/>
          <p:nvPr/>
        </p:nvSpPr>
        <p:spPr>
          <a:xfrm>
            <a:off x="1185884" y="4233504"/>
            <a:ext cx="2078431" cy="38253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Próbka</a:t>
            </a:r>
            <a:endParaRPr/>
          </a:p>
        </p:txBody>
      </p:sp>
      <p:pic>
        <p:nvPicPr>
          <p:cNvPr id="327" name="Google Shape;327;p21"/>
          <p:cNvPicPr preferRelativeResize="0"/>
          <p:nvPr/>
        </p:nvPicPr>
        <p:blipFill>
          <a:blip r:embed="rId3">
            <a:alphaModFix/>
          </a:blip>
          <a:stretch>
            <a:fillRect/>
          </a:stretch>
        </p:blipFill>
        <p:spPr>
          <a:xfrm>
            <a:off x="1185875" y="2526550"/>
            <a:ext cx="1490700" cy="1490700"/>
          </a:xfrm>
          <a:prstGeom prst="rect">
            <a:avLst/>
          </a:prstGeom>
          <a:noFill/>
          <a:ln>
            <a:noFill/>
          </a:ln>
        </p:spPr>
      </p:pic>
      <p:pic>
        <p:nvPicPr>
          <p:cNvPr id="328" name="Google Shape;328;p21"/>
          <p:cNvPicPr preferRelativeResize="0"/>
          <p:nvPr/>
        </p:nvPicPr>
        <p:blipFill>
          <a:blip r:embed="rId4">
            <a:alphaModFix/>
          </a:blip>
          <a:stretch>
            <a:fillRect/>
          </a:stretch>
        </p:blipFill>
        <p:spPr>
          <a:xfrm>
            <a:off x="2616475" y="2533600"/>
            <a:ext cx="1490700" cy="1490700"/>
          </a:xfrm>
          <a:prstGeom prst="rect">
            <a:avLst/>
          </a:prstGeom>
          <a:noFill/>
          <a:ln>
            <a:noFill/>
          </a:ln>
        </p:spPr>
      </p:pic>
      <p:pic>
        <p:nvPicPr>
          <p:cNvPr id="329" name="Google Shape;329;p21"/>
          <p:cNvPicPr preferRelativeResize="0"/>
          <p:nvPr/>
        </p:nvPicPr>
        <p:blipFill>
          <a:blip r:embed="rId5">
            <a:alphaModFix/>
          </a:blip>
          <a:stretch>
            <a:fillRect/>
          </a:stretch>
        </p:blipFill>
        <p:spPr>
          <a:xfrm>
            <a:off x="4033025" y="2526550"/>
            <a:ext cx="1490700" cy="1490700"/>
          </a:xfrm>
          <a:prstGeom prst="rect">
            <a:avLst/>
          </a:prstGeom>
          <a:noFill/>
          <a:ln>
            <a:noFill/>
          </a:ln>
        </p:spPr>
      </p:pic>
      <p:pic>
        <p:nvPicPr>
          <p:cNvPr id="330" name="Google Shape;330;p21"/>
          <p:cNvPicPr preferRelativeResize="0"/>
          <p:nvPr/>
        </p:nvPicPr>
        <p:blipFill>
          <a:blip r:embed="rId6">
            <a:alphaModFix/>
          </a:blip>
          <a:stretch>
            <a:fillRect/>
          </a:stretch>
        </p:blipFill>
        <p:spPr>
          <a:xfrm>
            <a:off x="1024375" y="4749027"/>
            <a:ext cx="984475" cy="984475"/>
          </a:xfrm>
          <a:prstGeom prst="rect">
            <a:avLst/>
          </a:prstGeom>
          <a:noFill/>
          <a:ln>
            <a:noFill/>
          </a:ln>
        </p:spPr>
      </p:pic>
      <p:pic>
        <p:nvPicPr>
          <p:cNvPr id="331" name="Google Shape;331;p21"/>
          <p:cNvPicPr preferRelativeResize="0"/>
          <p:nvPr/>
        </p:nvPicPr>
        <p:blipFill>
          <a:blip r:embed="rId7">
            <a:alphaModFix/>
          </a:blip>
          <a:stretch>
            <a:fillRect/>
          </a:stretch>
        </p:blipFill>
        <p:spPr>
          <a:xfrm>
            <a:off x="1686524" y="4738572"/>
            <a:ext cx="984475" cy="995928"/>
          </a:xfrm>
          <a:prstGeom prst="rect">
            <a:avLst/>
          </a:prstGeom>
          <a:noFill/>
          <a:ln>
            <a:noFill/>
          </a:ln>
        </p:spPr>
      </p:pic>
      <p:pic>
        <p:nvPicPr>
          <p:cNvPr id="332" name="Google Shape;332;p21"/>
          <p:cNvPicPr preferRelativeResize="0"/>
          <p:nvPr/>
        </p:nvPicPr>
        <p:blipFill>
          <a:blip r:embed="rId8">
            <a:alphaModFix/>
          </a:blip>
          <a:stretch>
            <a:fillRect/>
          </a:stretch>
        </p:blipFill>
        <p:spPr>
          <a:xfrm>
            <a:off x="2361650" y="4743302"/>
            <a:ext cx="984475" cy="99592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g38b89f731a7_0_19"/>
          <p:cNvSpPr txBox="1"/>
          <p:nvPr/>
        </p:nvSpPr>
        <p:spPr>
          <a:xfrm>
            <a:off x="7613581" y="1883693"/>
            <a:ext cx="2935800" cy="831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2400">
                <a:solidFill>
                  <a:schemeClr val="dk1"/>
                </a:solidFill>
                <a:latin typeface="Arial"/>
                <a:ea typeface="Arial"/>
                <a:cs typeface="Arial"/>
                <a:sym typeface="Arial"/>
              </a:rPr>
              <a:t>Próbka powinna być reprezentatywna!</a:t>
            </a:r>
            <a:endParaRPr/>
          </a:p>
        </p:txBody>
      </p:sp>
      <p:sp>
        <p:nvSpPr>
          <p:cNvPr id="339" name="Google Shape;339;g38b89f731a7_0_19"/>
          <p:cNvSpPr txBox="1"/>
          <p:nvPr>
            <p:ph type="title"/>
          </p:nvPr>
        </p:nvSpPr>
        <p:spPr>
          <a:xfrm>
            <a:off x="3563352" y="525619"/>
            <a:ext cx="5065200" cy="902100"/>
          </a:xfrm>
          <a:prstGeom prst="rect">
            <a:avLst/>
          </a:prstGeom>
          <a:noFill/>
          <a:ln>
            <a:noFill/>
          </a:ln>
        </p:spPr>
        <p:txBody>
          <a:bodyPr anchorCtr="0" anchor="ctr" bIns="45700" lIns="91425" spcFirstLastPara="1" rIns="91425" wrap="square" tIns="45700">
            <a:normAutofit fontScale="90000"/>
          </a:bodyPr>
          <a:lstStyle/>
          <a:p>
            <a:pPr indent="0" lvl="0" marL="0" rtl="0" algn="l">
              <a:lnSpc>
                <a:spcPct val="90000"/>
              </a:lnSpc>
              <a:spcBef>
                <a:spcPts val="0"/>
              </a:spcBef>
              <a:spcAft>
                <a:spcPts val="0"/>
              </a:spcAft>
              <a:buClr>
                <a:schemeClr val="dk1"/>
              </a:buClr>
              <a:buSzPct val="100000"/>
              <a:buFont typeface="Play"/>
              <a:buNone/>
            </a:pPr>
            <a:r>
              <a:rPr lang="pl-PL"/>
              <a:t>Ile danych potrzeba?</a:t>
            </a:r>
            <a:endParaRPr/>
          </a:p>
        </p:txBody>
      </p:sp>
      <p:sp>
        <p:nvSpPr>
          <p:cNvPr id="340" name="Google Shape;340;g38b89f731a7_0_19"/>
          <p:cNvSpPr txBox="1"/>
          <p:nvPr/>
        </p:nvSpPr>
        <p:spPr>
          <a:xfrm>
            <a:off x="1185884" y="2107925"/>
            <a:ext cx="20784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Populacja</a:t>
            </a:r>
            <a:endParaRPr/>
          </a:p>
        </p:txBody>
      </p:sp>
      <p:sp>
        <p:nvSpPr>
          <p:cNvPr id="341" name="Google Shape;341;g38b89f731a7_0_19"/>
          <p:cNvSpPr txBox="1"/>
          <p:nvPr/>
        </p:nvSpPr>
        <p:spPr>
          <a:xfrm>
            <a:off x="1218603" y="4233499"/>
            <a:ext cx="2499600" cy="444300"/>
          </a:xfrm>
          <a:prstGeom prst="rect">
            <a:avLst/>
          </a:prstGeom>
          <a:noFill/>
          <a:ln>
            <a:noFill/>
          </a:ln>
        </p:spPr>
        <p:txBody>
          <a:bodyPr anchorCtr="0" anchor="t" bIns="54950" lIns="109950" spcFirstLastPara="1" rIns="109950" wrap="square" tIns="54950">
            <a:spAutoFit/>
          </a:bodyPr>
          <a:lstStyle/>
          <a:p>
            <a:pPr indent="0" lvl="0" marL="0" marR="0" rtl="0" algn="l">
              <a:spcBef>
                <a:spcPts val="0"/>
              </a:spcBef>
              <a:spcAft>
                <a:spcPts val="0"/>
              </a:spcAft>
              <a:buNone/>
            </a:pPr>
            <a:r>
              <a:rPr lang="pl-PL" sz="2165">
                <a:solidFill>
                  <a:schemeClr val="dk1"/>
                </a:solidFill>
                <a:latin typeface="Arial"/>
                <a:ea typeface="Arial"/>
                <a:cs typeface="Arial"/>
                <a:sym typeface="Arial"/>
              </a:rPr>
              <a:t>Próbka</a:t>
            </a:r>
            <a:endParaRPr sz="1684"/>
          </a:p>
        </p:txBody>
      </p:sp>
      <p:pic>
        <p:nvPicPr>
          <p:cNvPr id="342" name="Google Shape;342;g38b89f731a7_0_19"/>
          <p:cNvPicPr preferRelativeResize="0"/>
          <p:nvPr/>
        </p:nvPicPr>
        <p:blipFill>
          <a:blip r:embed="rId3">
            <a:alphaModFix/>
          </a:blip>
          <a:stretch>
            <a:fillRect/>
          </a:stretch>
        </p:blipFill>
        <p:spPr>
          <a:xfrm>
            <a:off x="1185875" y="2526550"/>
            <a:ext cx="1490700" cy="1490700"/>
          </a:xfrm>
          <a:prstGeom prst="rect">
            <a:avLst/>
          </a:prstGeom>
          <a:noFill/>
          <a:ln>
            <a:noFill/>
          </a:ln>
        </p:spPr>
      </p:pic>
      <p:pic>
        <p:nvPicPr>
          <p:cNvPr id="343" name="Google Shape;343;g38b89f731a7_0_19"/>
          <p:cNvPicPr preferRelativeResize="0"/>
          <p:nvPr/>
        </p:nvPicPr>
        <p:blipFill>
          <a:blip r:embed="rId4">
            <a:alphaModFix/>
          </a:blip>
          <a:stretch>
            <a:fillRect/>
          </a:stretch>
        </p:blipFill>
        <p:spPr>
          <a:xfrm>
            <a:off x="2616475" y="2533600"/>
            <a:ext cx="1490700" cy="1490700"/>
          </a:xfrm>
          <a:prstGeom prst="rect">
            <a:avLst/>
          </a:prstGeom>
          <a:noFill/>
          <a:ln>
            <a:noFill/>
          </a:ln>
        </p:spPr>
      </p:pic>
      <p:pic>
        <p:nvPicPr>
          <p:cNvPr id="344" name="Google Shape;344;g38b89f731a7_0_19"/>
          <p:cNvPicPr preferRelativeResize="0"/>
          <p:nvPr/>
        </p:nvPicPr>
        <p:blipFill>
          <a:blip r:embed="rId5">
            <a:alphaModFix/>
          </a:blip>
          <a:stretch>
            <a:fillRect/>
          </a:stretch>
        </p:blipFill>
        <p:spPr>
          <a:xfrm>
            <a:off x="4033025" y="2526550"/>
            <a:ext cx="1490700" cy="1490700"/>
          </a:xfrm>
          <a:prstGeom prst="rect">
            <a:avLst/>
          </a:prstGeom>
          <a:noFill/>
          <a:ln>
            <a:noFill/>
          </a:ln>
        </p:spPr>
      </p:pic>
      <p:pic>
        <p:nvPicPr>
          <p:cNvPr id="345" name="Google Shape;345;g38b89f731a7_0_19"/>
          <p:cNvPicPr preferRelativeResize="0"/>
          <p:nvPr/>
        </p:nvPicPr>
        <p:blipFill>
          <a:blip r:embed="rId6">
            <a:alphaModFix/>
          </a:blip>
          <a:stretch>
            <a:fillRect/>
          </a:stretch>
        </p:blipFill>
        <p:spPr>
          <a:xfrm>
            <a:off x="1024375" y="4853457"/>
            <a:ext cx="1183911" cy="1183911"/>
          </a:xfrm>
          <a:prstGeom prst="rect">
            <a:avLst/>
          </a:prstGeom>
          <a:noFill/>
          <a:ln>
            <a:noFill/>
          </a:ln>
        </p:spPr>
      </p:pic>
      <p:pic>
        <p:nvPicPr>
          <p:cNvPr id="346" name="Google Shape;346;g38b89f731a7_0_19"/>
          <p:cNvPicPr preferRelativeResize="0"/>
          <p:nvPr/>
        </p:nvPicPr>
        <p:blipFill>
          <a:blip r:embed="rId7">
            <a:alphaModFix/>
          </a:blip>
          <a:stretch>
            <a:fillRect/>
          </a:stretch>
        </p:blipFill>
        <p:spPr>
          <a:xfrm>
            <a:off x="1820666" y="4840884"/>
            <a:ext cx="1183911" cy="1197684"/>
          </a:xfrm>
          <a:prstGeom prst="rect">
            <a:avLst/>
          </a:prstGeom>
          <a:noFill/>
          <a:ln>
            <a:noFill/>
          </a:ln>
        </p:spPr>
      </p:pic>
      <p:pic>
        <p:nvPicPr>
          <p:cNvPr id="347" name="Google Shape;347;g38b89f731a7_0_19"/>
          <p:cNvPicPr preferRelativeResize="0"/>
          <p:nvPr/>
        </p:nvPicPr>
        <p:blipFill>
          <a:blip r:embed="rId8">
            <a:alphaModFix/>
          </a:blip>
          <a:stretch>
            <a:fillRect/>
          </a:stretch>
        </p:blipFill>
        <p:spPr>
          <a:xfrm>
            <a:off x="2632561" y="4846572"/>
            <a:ext cx="1183911" cy="1197677"/>
          </a:xfrm>
          <a:prstGeom prst="rect">
            <a:avLst/>
          </a:prstGeom>
          <a:noFill/>
          <a:ln>
            <a:noFill/>
          </a:ln>
        </p:spPr>
      </p:pic>
      <p:pic>
        <p:nvPicPr>
          <p:cNvPr id="348" name="Google Shape;348;g38b89f731a7_0_19"/>
          <p:cNvPicPr preferRelativeResize="0"/>
          <p:nvPr/>
        </p:nvPicPr>
        <p:blipFill>
          <a:blip r:embed="rId9">
            <a:alphaModFix/>
          </a:blip>
          <a:stretch>
            <a:fillRect/>
          </a:stretch>
        </p:blipFill>
        <p:spPr>
          <a:xfrm>
            <a:off x="7481328" y="4233500"/>
            <a:ext cx="3545397" cy="1810750"/>
          </a:xfrm>
          <a:prstGeom prst="rect">
            <a:avLst/>
          </a:prstGeom>
          <a:noFill/>
          <a:ln>
            <a:noFill/>
          </a:ln>
        </p:spPr>
      </p:pic>
      <p:pic>
        <p:nvPicPr>
          <p:cNvPr id="349" name="Google Shape;349;g38b89f731a7_0_19"/>
          <p:cNvPicPr preferRelativeResize="0"/>
          <p:nvPr/>
        </p:nvPicPr>
        <p:blipFill>
          <a:blip r:embed="rId10">
            <a:alphaModFix/>
          </a:blip>
          <a:stretch>
            <a:fillRect/>
          </a:stretch>
        </p:blipFill>
        <p:spPr>
          <a:xfrm>
            <a:off x="10798807" y="4834873"/>
            <a:ext cx="1208993" cy="14907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23"/>
          <p:cNvSpPr/>
          <p:nvPr/>
        </p:nvSpPr>
        <p:spPr>
          <a:xfrm>
            <a:off x="1672049" y="1766889"/>
            <a:ext cx="2302722" cy="1809345"/>
          </a:xfrm>
          <a:prstGeom prst="roundRect">
            <a:avLst>
              <a:gd fmla="val 16667" name="adj"/>
            </a:avLst>
          </a:prstGeom>
          <a:solidFill>
            <a:srgbClr val="43B0E1"/>
          </a:solidFill>
          <a:ln cap="flat" cmpd="sng" w="19050">
            <a:solidFill>
              <a:srgbClr val="43B0E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pl-PL" sz="1800">
                <a:solidFill>
                  <a:schemeClr val="lt1"/>
                </a:solidFill>
                <a:latin typeface="Arial"/>
                <a:ea typeface="Arial"/>
                <a:cs typeface="Arial"/>
                <a:sym typeface="Arial"/>
              </a:rPr>
              <a:t>Predykcja wyników studentów</a:t>
            </a:r>
            <a:endParaRPr/>
          </a:p>
          <a:p>
            <a:pPr indent="0" lvl="0" marL="0" marR="0" rtl="0" algn="ctr">
              <a:spcBef>
                <a:spcPts val="0"/>
              </a:spcBef>
              <a:spcAft>
                <a:spcPts val="0"/>
              </a:spcAft>
              <a:buNone/>
            </a:pPr>
            <a:r>
              <a:rPr lang="pl-PL" sz="1800">
                <a:solidFill>
                  <a:schemeClr val="lt1"/>
                </a:solidFill>
                <a:latin typeface="Arial"/>
                <a:ea typeface="Arial"/>
                <a:cs typeface="Arial"/>
                <a:sym typeface="Arial"/>
              </a:rPr>
              <a:t>~</a:t>
            </a:r>
            <a:endParaRPr/>
          </a:p>
          <a:p>
            <a:pPr indent="0" lvl="0" marL="0" marR="0" rtl="0" algn="ctr">
              <a:spcBef>
                <a:spcPts val="0"/>
              </a:spcBef>
              <a:spcAft>
                <a:spcPts val="0"/>
              </a:spcAft>
              <a:buNone/>
            </a:pPr>
            <a:r>
              <a:rPr lang="pl-PL" sz="1800">
                <a:solidFill>
                  <a:schemeClr val="lt1"/>
                </a:solidFill>
                <a:latin typeface="Arial"/>
                <a:ea typeface="Arial"/>
                <a:cs typeface="Arial"/>
                <a:sym typeface="Arial"/>
              </a:rPr>
              <a:t>1,000 </a:t>
            </a:r>
            <a:endParaRPr/>
          </a:p>
          <a:p>
            <a:pPr indent="0" lvl="0" marL="0" marR="0" rtl="0" algn="ctr">
              <a:spcBef>
                <a:spcPts val="0"/>
              </a:spcBef>
              <a:spcAft>
                <a:spcPts val="0"/>
              </a:spcAft>
              <a:buNone/>
            </a:pPr>
            <a:r>
              <a:rPr lang="pl-PL" sz="1600">
                <a:solidFill>
                  <a:schemeClr val="lt1"/>
                </a:solidFill>
                <a:latin typeface="Arial"/>
                <a:ea typeface="Arial"/>
                <a:cs typeface="Arial"/>
                <a:sym typeface="Arial"/>
              </a:rPr>
              <a:t>(obserwacji) </a:t>
            </a:r>
            <a:endParaRPr/>
          </a:p>
        </p:txBody>
      </p:sp>
      <p:sp>
        <p:nvSpPr>
          <p:cNvPr id="356" name="Google Shape;356;p23"/>
          <p:cNvSpPr/>
          <p:nvPr/>
        </p:nvSpPr>
        <p:spPr>
          <a:xfrm>
            <a:off x="5978692" y="1355484"/>
            <a:ext cx="192517" cy="234808"/>
          </a:xfrm>
          <a:custGeom>
            <a:rect b="b" l="l" r="r" t="t"/>
            <a:pathLst>
              <a:path extrusionOk="0" h="234808" w="192517">
                <a:moveTo>
                  <a:pt x="190500" y="213932"/>
                </a:moveTo>
                <a:lnTo>
                  <a:pt x="60103" y="6096"/>
                </a:lnTo>
                <a:cubicBezTo>
                  <a:pt x="57769" y="2287"/>
                  <a:pt x="53615" y="-25"/>
                  <a:pt x="49149" y="0"/>
                </a:cubicBezTo>
                <a:cubicBezTo>
                  <a:pt x="44663" y="-2"/>
                  <a:pt x="40490" y="2300"/>
                  <a:pt x="38100" y="6096"/>
                </a:cubicBezTo>
                <a:lnTo>
                  <a:pt x="0" y="67247"/>
                </a:lnTo>
                <a:lnTo>
                  <a:pt x="81725" y="199454"/>
                </a:lnTo>
                <a:cubicBezTo>
                  <a:pt x="88641" y="209912"/>
                  <a:pt x="90127" y="223051"/>
                  <a:pt x="85725" y="234791"/>
                </a:cubicBezTo>
                <a:lnTo>
                  <a:pt x="178117" y="234791"/>
                </a:lnTo>
                <a:cubicBezTo>
                  <a:pt x="185683" y="235170"/>
                  <a:pt x="192123" y="229342"/>
                  <a:pt x="192500" y="221776"/>
                </a:cubicBezTo>
                <a:cubicBezTo>
                  <a:pt x="192638" y="219020"/>
                  <a:pt x="191941" y="216286"/>
                  <a:pt x="190500" y="213932"/>
                </a:cubicBezTo>
                <a:close/>
              </a:path>
            </a:pathLst>
          </a:custGeom>
          <a:solidFill>
            <a:srgbClr val="D86CCC"/>
          </a:solidFill>
          <a:ln cap="flat" cmpd="sng" w="9525">
            <a:solidFill>
              <a:srgbClr val="D86CC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357" name="Google Shape;357;p23"/>
          <p:cNvSpPr/>
          <p:nvPr/>
        </p:nvSpPr>
        <p:spPr>
          <a:xfrm>
            <a:off x="5584693" y="1228318"/>
            <a:ext cx="445097" cy="362080"/>
          </a:xfrm>
          <a:custGeom>
            <a:rect b="b" l="l" r="r" t="t"/>
            <a:pathLst>
              <a:path extrusionOk="0" h="362080" w="445097">
                <a:moveTo>
                  <a:pt x="442576" y="342336"/>
                </a:moveTo>
                <a:lnTo>
                  <a:pt x="235407" y="5246"/>
                </a:lnTo>
                <a:cubicBezTo>
                  <a:pt x="232749" y="1812"/>
                  <a:pt x="228604" y="-136"/>
                  <a:pt x="224263" y="7"/>
                </a:cubicBezTo>
                <a:lnTo>
                  <a:pt x="222549" y="7"/>
                </a:lnTo>
                <a:lnTo>
                  <a:pt x="220834" y="7"/>
                </a:lnTo>
                <a:cubicBezTo>
                  <a:pt x="216494" y="-136"/>
                  <a:pt x="212348" y="1812"/>
                  <a:pt x="209690" y="5246"/>
                </a:cubicBezTo>
                <a:lnTo>
                  <a:pt x="2521" y="342336"/>
                </a:lnTo>
                <a:cubicBezTo>
                  <a:pt x="-413" y="346442"/>
                  <a:pt x="-817" y="351841"/>
                  <a:pt x="1473" y="356338"/>
                </a:cubicBezTo>
                <a:cubicBezTo>
                  <a:pt x="3784" y="360412"/>
                  <a:pt x="8365" y="362646"/>
                  <a:pt x="12999" y="361957"/>
                </a:cubicBezTo>
                <a:lnTo>
                  <a:pt x="432099" y="361957"/>
                </a:lnTo>
                <a:cubicBezTo>
                  <a:pt x="436733" y="362646"/>
                  <a:pt x="441313" y="360412"/>
                  <a:pt x="443624" y="356338"/>
                </a:cubicBezTo>
                <a:cubicBezTo>
                  <a:pt x="445915" y="351841"/>
                  <a:pt x="445511" y="346442"/>
                  <a:pt x="442576" y="342336"/>
                </a:cubicBezTo>
                <a:close/>
                <a:moveTo>
                  <a:pt x="257220" y="163171"/>
                </a:moveTo>
                <a:lnTo>
                  <a:pt x="224263" y="192508"/>
                </a:lnTo>
                <a:lnTo>
                  <a:pt x="191307" y="163171"/>
                </a:lnTo>
                <a:lnTo>
                  <a:pt x="136824" y="196127"/>
                </a:lnTo>
                <a:lnTo>
                  <a:pt x="222549" y="57157"/>
                </a:lnTo>
                <a:lnTo>
                  <a:pt x="305988" y="192508"/>
                </a:lnTo>
                <a:close/>
              </a:path>
            </a:pathLst>
          </a:custGeom>
          <a:solidFill>
            <a:srgbClr val="D86CCC"/>
          </a:solidFill>
          <a:ln cap="flat" cmpd="sng" w="9525">
            <a:solidFill>
              <a:srgbClr val="D86CC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358" name="Google Shape;358;p23"/>
          <p:cNvSpPr/>
          <p:nvPr/>
        </p:nvSpPr>
        <p:spPr>
          <a:xfrm>
            <a:off x="5654842" y="1220801"/>
            <a:ext cx="57150" cy="57150"/>
          </a:xfrm>
          <a:custGeom>
            <a:rect b="b" l="l" r="r" t="t"/>
            <a:pathLst>
              <a:path extrusionOk="0" h="57150" w="57150">
                <a:moveTo>
                  <a:pt x="57150" y="28575"/>
                </a:moveTo>
                <a:cubicBezTo>
                  <a:pt x="57150" y="44357"/>
                  <a:pt x="44357" y="57150"/>
                  <a:pt x="28575" y="57150"/>
                </a:cubicBezTo>
                <a:cubicBezTo>
                  <a:pt x="12793" y="57150"/>
                  <a:pt x="0" y="44357"/>
                  <a:pt x="0" y="28575"/>
                </a:cubicBezTo>
                <a:cubicBezTo>
                  <a:pt x="0" y="12793"/>
                  <a:pt x="12793" y="0"/>
                  <a:pt x="28575" y="0"/>
                </a:cubicBezTo>
                <a:cubicBezTo>
                  <a:pt x="44357" y="0"/>
                  <a:pt x="57150" y="12793"/>
                  <a:pt x="57150" y="28575"/>
                </a:cubicBezTo>
                <a:close/>
              </a:path>
            </a:pathLst>
          </a:custGeom>
          <a:solidFill>
            <a:srgbClr val="D86CCC"/>
          </a:solidFill>
          <a:ln cap="flat" cmpd="sng" w="9525">
            <a:solidFill>
              <a:srgbClr val="D86CC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359" name="Google Shape;359;p23"/>
          <p:cNvSpPr/>
          <p:nvPr/>
        </p:nvSpPr>
        <p:spPr>
          <a:xfrm>
            <a:off x="5502442" y="1116026"/>
            <a:ext cx="762000" cy="590550"/>
          </a:xfrm>
          <a:custGeom>
            <a:rect b="b" l="l" r="r" t="t"/>
            <a:pathLst>
              <a:path extrusionOk="0" h="590550" w="762000">
                <a:moveTo>
                  <a:pt x="57150" y="533400"/>
                </a:moveTo>
                <a:lnTo>
                  <a:pt x="57150" y="57150"/>
                </a:lnTo>
                <a:lnTo>
                  <a:pt x="704850" y="57150"/>
                </a:lnTo>
                <a:lnTo>
                  <a:pt x="704850" y="533400"/>
                </a:lnTo>
                <a:close/>
                <a:moveTo>
                  <a:pt x="762000" y="590550"/>
                </a:moveTo>
                <a:lnTo>
                  <a:pt x="762000" y="0"/>
                </a:lnTo>
                <a:lnTo>
                  <a:pt x="0" y="0"/>
                </a:lnTo>
                <a:lnTo>
                  <a:pt x="0" y="590550"/>
                </a:lnTo>
                <a:close/>
              </a:path>
            </a:pathLst>
          </a:custGeom>
          <a:solidFill>
            <a:srgbClr val="D86CCC"/>
          </a:solidFill>
          <a:ln cap="flat" cmpd="sng" w="9525">
            <a:solidFill>
              <a:srgbClr val="D86CC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360" name="Google Shape;360;p23"/>
          <p:cNvSpPr/>
          <p:nvPr/>
        </p:nvSpPr>
        <p:spPr>
          <a:xfrm>
            <a:off x="4703667" y="1766889"/>
            <a:ext cx="2302722" cy="1809345"/>
          </a:xfrm>
          <a:prstGeom prst="roundRect">
            <a:avLst>
              <a:gd fmla="val 16667" name="adj"/>
            </a:avLst>
          </a:prstGeom>
          <a:solidFill>
            <a:srgbClr val="D86CCC"/>
          </a:solidFill>
          <a:ln cap="flat" cmpd="sng" w="19050">
            <a:solidFill>
              <a:srgbClr val="D86CC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pl-PL" sz="1800">
                <a:solidFill>
                  <a:schemeClr val="lt1"/>
                </a:solidFill>
                <a:latin typeface="Arial"/>
                <a:ea typeface="Arial"/>
                <a:cs typeface="Arial"/>
                <a:sym typeface="Arial"/>
              </a:rPr>
              <a:t>Klasyfikacja obrazów</a:t>
            </a:r>
            <a:endParaRPr/>
          </a:p>
          <a:p>
            <a:pPr indent="0" lvl="0" marL="0" marR="0" rtl="0" algn="ctr">
              <a:spcBef>
                <a:spcPts val="0"/>
              </a:spcBef>
              <a:spcAft>
                <a:spcPts val="0"/>
              </a:spcAft>
              <a:buNone/>
            </a:pPr>
            <a:r>
              <a:rPr lang="pl-PL" sz="1800">
                <a:solidFill>
                  <a:schemeClr val="lt1"/>
                </a:solidFill>
                <a:latin typeface="Arial"/>
                <a:ea typeface="Arial"/>
                <a:cs typeface="Arial"/>
                <a:sym typeface="Arial"/>
              </a:rPr>
              <a:t>~</a:t>
            </a:r>
            <a:endParaRPr/>
          </a:p>
          <a:p>
            <a:pPr indent="0" lvl="0" marL="0" marR="0" rtl="0" algn="ctr">
              <a:spcBef>
                <a:spcPts val="0"/>
              </a:spcBef>
              <a:spcAft>
                <a:spcPts val="0"/>
              </a:spcAft>
              <a:buNone/>
            </a:pPr>
            <a:r>
              <a:rPr lang="pl-PL" sz="1800">
                <a:solidFill>
                  <a:schemeClr val="lt1"/>
                </a:solidFill>
                <a:latin typeface="Arial"/>
                <a:ea typeface="Arial"/>
                <a:cs typeface="Arial"/>
                <a:sym typeface="Arial"/>
              </a:rPr>
              <a:t>10,000 </a:t>
            </a:r>
            <a:endParaRPr/>
          </a:p>
        </p:txBody>
      </p:sp>
      <p:sp>
        <p:nvSpPr>
          <p:cNvPr id="361" name="Google Shape;361;p23"/>
          <p:cNvSpPr/>
          <p:nvPr/>
        </p:nvSpPr>
        <p:spPr>
          <a:xfrm>
            <a:off x="8088892" y="1749948"/>
            <a:ext cx="2302722" cy="1809345"/>
          </a:xfrm>
          <a:prstGeom prst="roundRect">
            <a:avLst>
              <a:gd fmla="val 16667" name="adj"/>
            </a:avLst>
          </a:prstGeom>
          <a:solidFill>
            <a:srgbClr val="3A7D22"/>
          </a:solidFill>
          <a:ln cap="flat" cmpd="sng" w="19050">
            <a:solidFill>
              <a:srgbClr val="3A7D22"/>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pl-PL" sz="1800">
                <a:solidFill>
                  <a:schemeClr val="lt1"/>
                </a:solidFill>
                <a:latin typeface="Arial"/>
                <a:ea typeface="Arial"/>
                <a:cs typeface="Arial"/>
                <a:sym typeface="Arial"/>
              </a:rPr>
              <a:t>Analiza sentymentu modelem językowym</a:t>
            </a:r>
            <a:endParaRPr/>
          </a:p>
          <a:p>
            <a:pPr indent="0" lvl="0" marL="0" marR="0" rtl="0" algn="ctr">
              <a:spcBef>
                <a:spcPts val="0"/>
              </a:spcBef>
              <a:spcAft>
                <a:spcPts val="0"/>
              </a:spcAft>
              <a:buNone/>
            </a:pPr>
            <a:r>
              <a:rPr lang="pl-PL" sz="1800">
                <a:solidFill>
                  <a:schemeClr val="lt1"/>
                </a:solidFill>
                <a:latin typeface="Arial"/>
                <a:ea typeface="Arial"/>
                <a:cs typeface="Arial"/>
                <a:sym typeface="Arial"/>
              </a:rPr>
              <a:t>~</a:t>
            </a:r>
            <a:endParaRPr/>
          </a:p>
          <a:p>
            <a:pPr indent="0" lvl="0" marL="0" marR="0" rtl="0" algn="ctr">
              <a:spcBef>
                <a:spcPts val="0"/>
              </a:spcBef>
              <a:spcAft>
                <a:spcPts val="0"/>
              </a:spcAft>
              <a:buNone/>
            </a:pPr>
            <a:r>
              <a:rPr lang="pl-PL" sz="1800">
                <a:solidFill>
                  <a:schemeClr val="lt1"/>
                </a:solidFill>
                <a:latin typeface="Arial"/>
                <a:ea typeface="Arial"/>
                <a:cs typeface="Arial"/>
                <a:sym typeface="Arial"/>
              </a:rPr>
              <a:t>1 000 000 000  </a:t>
            </a:r>
            <a:r>
              <a:rPr lang="pl-PL" sz="1600">
                <a:solidFill>
                  <a:schemeClr val="lt1"/>
                </a:solidFill>
                <a:latin typeface="Arial"/>
                <a:ea typeface="Arial"/>
                <a:cs typeface="Arial"/>
                <a:sym typeface="Arial"/>
              </a:rPr>
              <a:t>(słów)</a:t>
            </a:r>
            <a:endParaRPr/>
          </a:p>
        </p:txBody>
      </p:sp>
      <p:sp>
        <p:nvSpPr>
          <p:cNvPr id="362" name="Google Shape;362;p23"/>
          <p:cNvSpPr txBox="1"/>
          <p:nvPr/>
        </p:nvSpPr>
        <p:spPr>
          <a:xfrm>
            <a:off x="3152358" y="4846121"/>
            <a:ext cx="6224168"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2400">
                <a:solidFill>
                  <a:schemeClr val="dk1"/>
                </a:solidFill>
                <a:latin typeface="Arial"/>
                <a:ea typeface="Arial"/>
                <a:cs typeface="Arial"/>
                <a:sym typeface="Arial"/>
              </a:rPr>
              <a:t>Dane bez anotacji (klas) są szeroko dostępne </a:t>
            </a:r>
            <a:endParaRPr/>
          </a:p>
        </p:txBody>
      </p:sp>
      <p:pic>
        <p:nvPicPr>
          <p:cNvPr id="363" name="Google Shape;363;p23"/>
          <p:cNvPicPr preferRelativeResize="0"/>
          <p:nvPr/>
        </p:nvPicPr>
        <p:blipFill>
          <a:blip r:embed="rId3">
            <a:alphaModFix/>
          </a:blip>
          <a:stretch>
            <a:fillRect/>
          </a:stretch>
        </p:blipFill>
        <p:spPr>
          <a:xfrm>
            <a:off x="2480527" y="1066475"/>
            <a:ext cx="762000" cy="762000"/>
          </a:xfrm>
          <a:prstGeom prst="rect">
            <a:avLst/>
          </a:prstGeom>
          <a:noFill/>
          <a:ln>
            <a:noFill/>
          </a:ln>
        </p:spPr>
      </p:pic>
      <p:pic>
        <p:nvPicPr>
          <p:cNvPr id="364" name="Google Shape;364;p23"/>
          <p:cNvPicPr preferRelativeResize="0"/>
          <p:nvPr/>
        </p:nvPicPr>
        <p:blipFill>
          <a:blip r:embed="rId4">
            <a:alphaModFix/>
          </a:blip>
          <a:stretch>
            <a:fillRect/>
          </a:stretch>
        </p:blipFill>
        <p:spPr>
          <a:xfrm>
            <a:off x="8782325" y="851021"/>
            <a:ext cx="915875" cy="91587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9" name="Shape 369"/>
        <p:cNvGrpSpPr/>
        <p:nvPr/>
      </p:nvGrpSpPr>
      <p:grpSpPr>
        <a:xfrm>
          <a:off x="0" y="0"/>
          <a:ext cx="0" cy="0"/>
          <a:chOff x="0" y="0"/>
          <a:chExt cx="0" cy="0"/>
        </a:xfrm>
      </p:grpSpPr>
      <p:sp>
        <p:nvSpPr>
          <p:cNvPr id="370" name="Google Shape;370;p2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pl-PL"/>
              <a:t>Eksploracyjna analiza danych – po co i na co?</a:t>
            </a:r>
            <a:endParaRPr/>
          </a:p>
        </p:txBody>
      </p:sp>
      <p:sp>
        <p:nvSpPr>
          <p:cNvPr id="371" name="Google Shape;371;p25"/>
          <p:cNvSpPr txBox="1"/>
          <p:nvPr/>
        </p:nvSpPr>
        <p:spPr>
          <a:xfrm>
            <a:off x="838200" y="1690688"/>
            <a:ext cx="9200098" cy="175432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EDA (</a:t>
            </a:r>
            <a:r>
              <a:rPr i="1" lang="pl-PL" sz="1800">
                <a:solidFill>
                  <a:schemeClr val="dk1"/>
                </a:solidFill>
                <a:latin typeface="Arial"/>
                <a:ea typeface="Arial"/>
                <a:cs typeface="Arial"/>
                <a:sym typeface="Arial"/>
              </a:rPr>
              <a:t>Exploratory Data Analysis</a:t>
            </a:r>
            <a:r>
              <a:rPr lang="pl-PL" sz="1800">
                <a:solidFill>
                  <a:schemeClr val="dk1"/>
                </a:solidFill>
                <a:latin typeface="Arial"/>
                <a:ea typeface="Arial"/>
                <a:cs typeface="Arial"/>
                <a:sym typeface="Arial"/>
              </a:rPr>
              <a:t>)</a:t>
            </a:r>
            <a:endParaRPr/>
          </a:p>
          <a:p>
            <a:pPr indent="0" lvl="0" marL="0" marR="0" rtl="0" algn="l">
              <a:spcBef>
                <a:spcPts val="0"/>
              </a:spcBef>
              <a:spcAft>
                <a:spcPts val="0"/>
              </a:spcAft>
              <a:buNone/>
            </a:pPr>
            <a:r>
              <a:t/>
            </a:r>
            <a:endParaRPr sz="1800">
              <a:solidFill>
                <a:schemeClr val="dk1"/>
              </a:solidFill>
              <a:latin typeface="Arial"/>
              <a:ea typeface="Arial"/>
              <a:cs typeface="Arial"/>
              <a:sym typeface="Arial"/>
            </a:endParaRPr>
          </a:p>
          <a:p>
            <a:pPr indent="0" lvl="0" marL="0" marR="0" rtl="0" algn="l">
              <a:spcBef>
                <a:spcPts val="0"/>
              </a:spcBef>
              <a:spcAft>
                <a:spcPts val="0"/>
              </a:spcAft>
              <a:buNone/>
            </a:pPr>
            <a:r>
              <a:rPr i="1" lang="pl-PL" sz="1800">
                <a:solidFill>
                  <a:schemeClr val="dk1"/>
                </a:solidFill>
                <a:latin typeface="Arial"/>
                <a:ea typeface="Arial"/>
                <a:cs typeface="Arial"/>
                <a:sym typeface="Arial"/>
              </a:rPr>
              <a:t>„Let the data speak” </a:t>
            </a:r>
            <a:r>
              <a:rPr lang="pl-PL" sz="1800">
                <a:solidFill>
                  <a:schemeClr val="dk1"/>
                </a:solidFill>
                <a:latin typeface="Arial"/>
                <a:ea typeface="Arial"/>
                <a:cs typeface="Arial"/>
                <a:sym typeface="Arial"/>
              </a:rPr>
              <a:t>– nie szukamy potwierdzenia konkretnego zjawiska na tym etapie</a:t>
            </a:r>
            <a:endParaRPr/>
          </a:p>
          <a:p>
            <a:pPr indent="0" lvl="0" marL="0" marR="0" rtl="0" algn="l">
              <a:spcBef>
                <a:spcPts val="0"/>
              </a:spcBef>
              <a:spcAft>
                <a:spcPts val="0"/>
              </a:spcAft>
              <a:buNone/>
            </a:pPr>
            <a:r>
              <a:t/>
            </a:r>
            <a:endParaRPr sz="1800">
              <a:solidFill>
                <a:schemeClr val="dk1"/>
              </a:solidFill>
              <a:latin typeface="Arial"/>
              <a:ea typeface="Arial"/>
              <a:cs typeface="Arial"/>
              <a:sym typeface="Arial"/>
            </a:endParaRPr>
          </a:p>
          <a:p>
            <a:pPr indent="0" lvl="0" marL="0" marR="0" rtl="0" algn="l">
              <a:spcBef>
                <a:spcPts val="0"/>
              </a:spcBef>
              <a:spcAft>
                <a:spcPts val="0"/>
              </a:spcAft>
              <a:buNone/>
            </a:pPr>
            <a:r>
              <a:rPr lang="pl-PL" sz="1800">
                <a:solidFill>
                  <a:schemeClr val="dk1"/>
                </a:solidFill>
                <a:latin typeface="Arial"/>
                <a:ea typeface="Arial"/>
                <a:cs typeface="Arial"/>
                <a:sym typeface="Arial"/>
              </a:rPr>
              <a:t>Celem jest zastosowanie technik statystycznych, grupowania i wizualizacji w celu odkrycia struktury i modelu w danych</a:t>
            </a:r>
            <a:endParaRPr/>
          </a:p>
        </p:txBody>
      </p:sp>
      <p:sp>
        <p:nvSpPr>
          <p:cNvPr id="372" name="Google Shape;372;p25"/>
          <p:cNvSpPr txBox="1"/>
          <p:nvPr/>
        </p:nvSpPr>
        <p:spPr>
          <a:xfrm>
            <a:off x="838200" y="6162727"/>
            <a:ext cx="10110707" cy="43088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100">
                <a:solidFill>
                  <a:schemeClr val="dk1"/>
                </a:solidFill>
                <a:latin typeface="Arial"/>
                <a:ea typeface="Arial"/>
                <a:cs typeface="Arial"/>
                <a:sym typeface="Arial"/>
              </a:rPr>
              <a:t>According to Howard Seltman (Carnegie Mellon University), “loosely speaking, any method of looking at data that does not include formal statistical modeling and inference falls under the term exploratory data analysis”</a:t>
            </a:r>
            <a:endParaRPr sz="1100">
              <a:solidFill>
                <a:schemeClr val="dk1"/>
              </a:solidFill>
              <a:latin typeface="Arial"/>
              <a:ea typeface="Arial"/>
              <a:cs typeface="Arial"/>
              <a:sym typeface="Arial"/>
            </a:endParaRPr>
          </a:p>
        </p:txBody>
      </p:sp>
      <p:sp>
        <p:nvSpPr>
          <p:cNvPr id="373" name="Google Shape;373;p25"/>
          <p:cNvSpPr/>
          <p:nvPr/>
        </p:nvSpPr>
        <p:spPr>
          <a:xfrm>
            <a:off x="1337912" y="3811604"/>
            <a:ext cx="2415941" cy="1355708"/>
          </a:xfrm>
          <a:prstGeom prst="flowChartAlternateProcess">
            <a:avLst/>
          </a:prstGeom>
          <a:solidFill>
            <a:srgbClr val="E1A7B5"/>
          </a:solidFill>
          <a:ln cap="flat" cmpd="sng" w="19050">
            <a:solidFill>
              <a:srgbClr val="E1A7B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pl-PL" sz="1800">
                <a:solidFill>
                  <a:srgbClr val="3A3A3A"/>
                </a:solidFill>
                <a:latin typeface="Arial"/>
                <a:ea typeface="Arial"/>
                <a:cs typeface="Arial"/>
                <a:sym typeface="Arial"/>
              </a:rPr>
              <a:t>Jak zmienne są ze sobą związane?</a:t>
            </a:r>
            <a:endParaRPr/>
          </a:p>
        </p:txBody>
      </p:sp>
      <p:sp>
        <p:nvSpPr>
          <p:cNvPr id="374" name="Google Shape;374;p25"/>
          <p:cNvSpPr/>
          <p:nvPr/>
        </p:nvSpPr>
        <p:spPr>
          <a:xfrm>
            <a:off x="4516997" y="3811604"/>
            <a:ext cx="2415941" cy="1355708"/>
          </a:xfrm>
          <a:prstGeom prst="flowChartAlternateProcess">
            <a:avLst/>
          </a:prstGeom>
          <a:solidFill>
            <a:srgbClr val="E1A7B5"/>
          </a:solidFill>
          <a:ln cap="flat" cmpd="sng" w="19050">
            <a:solidFill>
              <a:srgbClr val="E1A7B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pl-PL" sz="1800">
                <a:solidFill>
                  <a:srgbClr val="3A3A3A"/>
                </a:solidFill>
                <a:latin typeface="Arial"/>
                <a:ea typeface="Arial"/>
                <a:cs typeface="Arial"/>
                <a:sym typeface="Arial"/>
              </a:rPr>
              <a:t>Czy w danych są pewne anomalie?</a:t>
            </a:r>
            <a:endParaRPr/>
          </a:p>
        </p:txBody>
      </p:sp>
      <p:sp>
        <p:nvSpPr>
          <p:cNvPr id="375" name="Google Shape;375;p25"/>
          <p:cNvSpPr/>
          <p:nvPr/>
        </p:nvSpPr>
        <p:spPr>
          <a:xfrm>
            <a:off x="7769058" y="3811604"/>
            <a:ext cx="2415941" cy="1355708"/>
          </a:xfrm>
          <a:prstGeom prst="flowChartAlternateProcess">
            <a:avLst/>
          </a:prstGeom>
          <a:solidFill>
            <a:srgbClr val="E1A7B5"/>
          </a:solidFill>
          <a:ln cap="flat" cmpd="sng" w="19050">
            <a:solidFill>
              <a:srgbClr val="E1A7B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pl-PL" sz="1800">
                <a:solidFill>
                  <a:srgbClr val="3A3A3A"/>
                </a:solidFill>
                <a:latin typeface="Arial"/>
                <a:ea typeface="Arial"/>
                <a:cs typeface="Arial"/>
                <a:sym typeface="Arial"/>
              </a:rPr>
              <a:t>Które zmienne mogą być istotne?</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0" name="Shape 380"/>
        <p:cNvGrpSpPr/>
        <p:nvPr/>
      </p:nvGrpSpPr>
      <p:grpSpPr>
        <a:xfrm>
          <a:off x="0" y="0"/>
          <a:ext cx="0" cy="0"/>
          <a:chOff x="0" y="0"/>
          <a:chExt cx="0" cy="0"/>
        </a:xfrm>
      </p:grpSpPr>
      <p:sp>
        <p:nvSpPr>
          <p:cNvPr id="381" name="Google Shape;381;p2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pl-PL"/>
              <a:t>Praktyczny przykład</a:t>
            </a:r>
            <a:endParaRPr/>
          </a:p>
        </p:txBody>
      </p:sp>
      <p:graphicFrame>
        <p:nvGraphicFramePr>
          <p:cNvPr id="382" name="Google Shape;382;p27"/>
          <p:cNvGraphicFramePr/>
          <p:nvPr/>
        </p:nvGraphicFramePr>
        <p:xfrm>
          <a:off x="684505" y="2274796"/>
          <a:ext cx="3000000" cy="3000000"/>
        </p:xfrm>
        <a:graphic>
          <a:graphicData uri="http://schemas.openxmlformats.org/drawingml/2006/table">
            <a:tbl>
              <a:tblPr>
                <a:noFill/>
                <a:tableStyleId>{F66DABDC-19B1-45FA-81D7-11D77B005665}</a:tableStyleId>
              </a:tblPr>
              <a:tblGrid>
                <a:gridCol w="803775"/>
                <a:gridCol w="1936950"/>
                <a:gridCol w="675000"/>
                <a:gridCol w="1007800"/>
                <a:gridCol w="2600625"/>
              </a:tblGrid>
              <a:tr h="228600">
                <a:tc>
                  <a:txBody>
                    <a:bodyPr/>
                    <a:lstStyle/>
                    <a:p>
                      <a:pPr indent="0" lvl="0" marL="0" marR="0" rtl="0" algn="l">
                        <a:spcBef>
                          <a:spcPts val="0"/>
                        </a:spcBef>
                        <a:spcAft>
                          <a:spcPts val="0"/>
                        </a:spcAft>
                        <a:buNone/>
                      </a:pPr>
                      <a:r>
                        <a:rPr lang="pl-PL" sz="1800" u="none" cap="none" strike="noStrike"/>
                        <a:t>Id</a:t>
                      </a:r>
                      <a:endParaRPr/>
                    </a:p>
                  </a:txBody>
                  <a:tcPr marT="45725" marB="45725" marR="91450" marL="91450" anchor="ctr">
                    <a:lnL cap="flat" cmpd="sng" w="12700">
                      <a:solidFill>
                        <a:schemeClr val="dk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dk1"/>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Miasto</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dk1"/>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Płeć</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dk1"/>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Wiek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dk1"/>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Subskrybuje_aktualnie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t>101</a:t>
                      </a:r>
                      <a:endParaRPr/>
                    </a:p>
                  </a:txBody>
                  <a:tcPr marT="45725" marB="45725" marR="91450" marL="91450" anchor="ctr">
                    <a:lnL cap="flat" cmpd="sng" w="12700">
                      <a:solidFill>
                        <a:schemeClr val="dk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Chicago, U.S</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23</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Tak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12700">
                      <a:solidFill>
                        <a:schemeClr val="dk1"/>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t>102</a:t>
                      </a:r>
                      <a:endParaRPr/>
                    </a:p>
                  </a:txBody>
                  <a:tcPr marT="45725" marB="45725" marR="91450" marL="91450" anchor="ctr">
                    <a:lnL cap="flat" cmpd="sng" w="12700">
                      <a:solidFill>
                        <a:schemeClr val="dk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CHICAGO, US</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68</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Nie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12700">
                      <a:solidFill>
                        <a:schemeClr val="dk1"/>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t>103</a:t>
                      </a:r>
                      <a:endParaRPr/>
                    </a:p>
                  </a:txBody>
                  <a:tcPr marT="45725" marB="45725" marR="91450" marL="91450" anchor="ctr">
                    <a:lnL cap="flat" cmpd="sng" w="12700">
                      <a:solidFill>
                        <a:schemeClr val="dk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New York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NaN</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19</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Tak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12700">
                      <a:solidFill>
                        <a:schemeClr val="dk1"/>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t>104</a:t>
                      </a:r>
                      <a:endParaRPr/>
                    </a:p>
                  </a:txBody>
                  <a:tcPr marT="45725" marB="45725" marR="91450" marL="91450" anchor="ctr">
                    <a:lnL cap="flat" cmpd="sng" w="12700">
                      <a:solidFill>
                        <a:schemeClr val="dk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Warsaw, Poland</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125</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Nie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12700">
                      <a:solidFill>
                        <a:schemeClr val="dk1"/>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t>105</a:t>
                      </a:r>
                      <a:endParaRPr/>
                    </a:p>
                  </a:txBody>
                  <a:tcPr marT="45725" marB="45725" marR="91450" marL="91450" anchor="ctr">
                    <a:lnL cap="flat" cmpd="sng" w="12700">
                      <a:solidFill>
                        <a:schemeClr val="dk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chicago, us</a:t>
                      </a:r>
                      <a:endParaRPr sz="1800"/>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24</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Tak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12700">
                      <a:solidFill>
                        <a:schemeClr val="dk1"/>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dk1"/>
                      </a:solidFill>
                      <a:prstDash val="solid"/>
                      <a:round/>
                      <a:headEnd len="sm" w="sm" type="none"/>
                      <a:tailEnd len="sm" w="sm" type="none"/>
                    </a:lnB>
                  </a:tcPr>
                </a:tc>
              </a:tr>
            </a:tbl>
          </a:graphicData>
        </a:graphic>
      </p:graphicFrame>
      <p:graphicFrame>
        <p:nvGraphicFramePr>
          <p:cNvPr id="383" name="Google Shape;383;p27"/>
          <p:cNvGraphicFramePr/>
          <p:nvPr/>
        </p:nvGraphicFramePr>
        <p:xfrm>
          <a:off x="8276304" y="4087367"/>
          <a:ext cx="3000000" cy="3000000"/>
        </p:xfrm>
        <a:graphic>
          <a:graphicData uri="http://schemas.openxmlformats.org/drawingml/2006/table">
            <a:tbl>
              <a:tblPr>
                <a:noFill/>
                <a:tableStyleId>{F66DABDC-19B1-45FA-81D7-11D77B005665}</a:tableStyleId>
              </a:tblPr>
              <a:tblGrid>
                <a:gridCol w="737150"/>
                <a:gridCol w="1056775"/>
                <a:gridCol w="1283575"/>
              </a:tblGrid>
              <a:tr h="228600">
                <a:tc>
                  <a:txBody>
                    <a:bodyPr/>
                    <a:lstStyle/>
                    <a:p>
                      <a:pPr indent="0" lvl="0" marL="0" marR="0" rtl="0" algn="l">
                        <a:spcBef>
                          <a:spcPts val="0"/>
                        </a:spcBef>
                        <a:spcAft>
                          <a:spcPts val="0"/>
                        </a:spcAft>
                        <a:buNone/>
                      </a:pPr>
                      <a:r>
                        <a:rPr lang="pl-PL" sz="1800"/>
                        <a:t>Id</a:t>
                      </a:r>
                      <a:endParaRPr/>
                    </a:p>
                  </a:txBody>
                  <a:tcPr marT="45725" marB="45725" marR="91450" marL="91450" anchor="ctr">
                    <a:lnL cap="flat" cmpd="sng" w="12700">
                      <a:solidFill>
                        <a:schemeClr val="dk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dk1"/>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Strona</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dk1"/>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Kliknięcie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t>101</a:t>
                      </a:r>
                      <a:endParaRPr/>
                    </a:p>
                  </a:txBody>
                  <a:tcPr marT="45725" marB="45725" marR="91450" marL="91450" anchor="ctr">
                    <a:lnL cap="flat" cmpd="sng" w="12700">
                      <a:solidFill>
                        <a:schemeClr val="dk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A</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1</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12700">
                      <a:solidFill>
                        <a:schemeClr val="dk1"/>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t>102</a:t>
                      </a:r>
                      <a:endParaRPr/>
                    </a:p>
                  </a:txBody>
                  <a:tcPr marT="45725" marB="45725" marR="91450" marL="91450" anchor="ctr">
                    <a:lnL cap="flat" cmpd="sng" w="12700">
                      <a:solidFill>
                        <a:schemeClr val="dk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B</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0</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12700">
                      <a:solidFill>
                        <a:schemeClr val="dk1"/>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t>103</a:t>
                      </a:r>
                      <a:endParaRPr/>
                    </a:p>
                  </a:txBody>
                  <a:tcPr marT="45725" marB="45725" marR="91450" marL="91450" anchor="ctr">
                    <a:lnL cap="flat" cmpd="sng" w="12700">
                      <a:solidFill>
                        <a:schemeClr val="dk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C</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1</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12700">
                      <a:solidFill>
                        <a:schemeClr val="dk1"/>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t>106</a:t>
                      </a:r>
                      <a:endParaRPr/>
                    </a:p>
                  </a:txBody>
                  <a:tcPr marT="45725" marB="45725" marR="91450" marL="91450" anchor="ctr">
                    <a:lnL cap="flat" cmpd="sng" w="12700">
                      <a:solidFill>
                        <a:schemeClr val="dk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B</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NaN</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12700">
                      <a:solidFill>
                        <a:schemeClr val="dk1"/>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t>999</a:t>
                      </a:r>
                      <a:endParaRPr/>
                    </a:p>
                  </a:txBody>
                  <a:tcPr marT="45725" marB="45725" marR="91450" marL="91450" anchor="ctr">
                    <a:lnL cap="flat" cmpd="sng" w="12700">
                      <a:solidFill>
                        <a:schemeClr val="dk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A</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0</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12700">
                      <a:solidFill>
                        <a:schemeClr val="dk1"/>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dk1"/>
                      </a:solidFill>
                      <a:prstDash val="solid"/>
                      <a:round/>
                      <a:headEnd len="sm" w="sm" type="none"/>
                      <a:tailEnd len="sm" w="sm" type="none"/>
                    </a:lnB>
                  </a:tcPr>
                </a:tc>
              </a:tr>
            </a:tbl>
          </a:graphicData>
        </a:graphic>
      </p:graphicFrame>
      <p:sp>
        <p:nvSpPr>
          <p:cNvPr id="384" name="Google Shape;384;p27"/>
          <p:cNvSpPr txBox="1"/>
          <p:nvPr/>
        </p:nvSpPr>
        <p:spPr>
          <a:xfrm>
            <a:off x="684505" y="1798076"/>
            <a:ext cx="4197461"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Dane na temat użytkowników</a:t>
            </a:r>
            <a:endParaRPr/>
          </a:p>
        </p:txBody>
      </p:sp>
      <p:sp>
        <p:nvSpPr>
          <p:cNvPr id="385" name="Google Shape;385;p27"/>
          <p:cNvSpPr txBox="1"/>
          <p:nvPr/>
        </p:nvSpPr>
        <p:spPr>
          <a:xfrm>
            <a:off x="8276304" y="3643296"/>
            <a:ext cx="2859228"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Dane z wyników ankiety</a:t>
            </a:r>
            <a:endParaRPr/>
          </a:p>
        </p:txBody>
      </p:sp>
      <p:sp>
        <p:nvSpPr>
          <p:cNvPr id="386" name="Google Shape;386;p27"/>
          <p:cNvSpPr txBox="1"/>
          <p:nvPr/>
        </p:nvSpPr>
        <p:spPr>
          <a:xfrm>
            <a:off x="684505" y="5184647"/>
            <a:ext cx="4200041"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Załóżmy, że pracujemy w jakiejś firmie, która streamuje filmy/seriale</a:t>
            </a:r>
            <a:endParaRPr/>
          </a:p>
        </p:txBody>
      </p:sp>
      <p:sp>
        <p:nvSpPr>
          <p:cNvPr id="387" name="Google Shape;387;p27"/>
          <p:cNvSpPr txBox="1"/>
          <p:nvPr/>
        </p:nvSpPr>
        <p:spPr>
          <a:xfrm>
            <a:off x="657307" y="5912595"/>
            <a:ext cx="4910907"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Jak możemy zwiększyć liczbę subskrybentów?</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sp>
        <p:nvSpPr>
          <p:cNvPr id="393" name="Google Shape;393;p2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pl-PL"/>
              <a:t>Praktyczny przykład</a:t>
            </a:r>
            <a:endParaRPr/>
          </a:p>
        </p:txBody>
      </p:sp>
      <p:graphicFrame>
        <p:nvGraphicFramePr>
          <p:cNvPr id="394" name="Google Shape;394;p29"/>
          <p:cNvGraphicFramePr/>
          <p:nvPr/>
        </p:nvGraphicFramePr>
        <p:xfrm>
          <a:off x="1900990" y="2404562"/>
          <a:ext cx="3000000" cy="3000000"/>
        </p:xfrm>
        <a:graphic>
          <a:graphicData uri="http://schemas.openxmlformats.org/drawingml/2006/table">
            <a:tbl>
              <a:tblPr>
                <a:noFill/>
                <a:tableStyleId>{F66DABDC-19B1-45FA-81D7-11D77B005665}</a:tableStyleId>
              </a:tblPr>
              <a:tblGrid>
                <a:gridCol w="877050"/>
                <a:gridCol w="1986075"/>
                <a:gridCol w="815175"/>
                <a:gridCol w="706675"/>
                <a:gridCol w="1029750"/>
                <a:gridCol w="1267775"/>
                <a:gridCol w="2631850"/>
              </a:tblGrid>
              <a:tr h="228600">
                <a:tc>
                  <a:txBody>
                    <a:bodyPr/>
                    <a:lstStyle/>
                    <a:p>
                      <a:pPr indent="0" lvl="0" marL="0" marR="0" rtl="0" algn="l">
                        <a:spcBef>
                          <a:spcPts val="0"/>
                        </a:spcBef>
                        <a:spcAft>
                          <a:spcPts val="0"/>
                        </a:spcAft>
                        <a:buNone/>
                      </a:pPr>
                      <a:r>
                        <a:rPr lang="pl-PL" sz="1800">
                          <a:solidFill>
                            <a:srgbClr val="AEAEAE"/>
                          </a:solidFill>
                        </a:rPr>
                        <a:t>Id</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i="1" lang="pl-PL" sz="1800"/>
                        <a:t>Miasto</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i="1" lang="pl-PL" sz="1800"/>
                        <a:t>Płeć</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Wiek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i="1" lang="pl-PL" sz="1800"/>
                        <a:t>Strona</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Kliknięcie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u="sng"/>
                        <a:t>Subskrybuje_aktualnie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solidFill>
                            <a:srgbClr val="AEAEAE"/>
                          </a:solidFill>
                        </a:rPr>
                        <a:t>101</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0070C0"/>
                          </a:solidFill>
                        </a:rPr>
                        <a:t>Chicago, U.S</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23</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A</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1</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Tak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solidFill>
                            <a:srgbClr val="AEAEAE"/>
                          </a:solidFill>
                        </a:rPr>
                        <a:t>102</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0070C0"/>
                          </a:solidFill>
                        </a:rPr>
                        <a:t>CHICAGO, US</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68</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B</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0</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Nie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solidFill>
                            <a:srgbClr val="AEAEAE"/>
                          </a:solidFill>
                        </a:rPr>
                        <a:t>103</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New York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BF4F14"/>
                          </a:solidFill>
                        </a:rPr>
                        <a:t>NaN</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19</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C</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1</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Tak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solidFill>
                            <a:srgbClr val="AEAEAE"/>
                          </a:solidFill>
                        </a:rPr>
                        <a:t>104</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Warsaw, Poland</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chemeClr val="accent5"/>
                          </a:solidFill>
                        </a:rPr>
                        <a:t>125</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BF4F14"/>
                          </a:solidFill>
                        </a:rPr>
                        <a:t>NaN</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BF4F14"/>
                          </a:solidFill>
                        </a:rPr>
                        <a:t>NaN</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Nie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solidFill>
                            <a:srgbClr val="AEAEAE"/>
                          </a:solidFill>
                        </a:rPr>
                        <a:t>105</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0070C0"/>
                          </a:solidFill>
                        </a:rPr>
                        <a:t>chicago, us</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24</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BF4F14"/>
                          </a:solidFill>
                        </a:rPr>
                        <a:t>NaN</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BF4F14"/>
                          </a:solidFill>
                        </a:rPr>
                        <a:t>NaN</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Tak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
        <p:nvSpPr>
          <p:cNvPr id="395" name="Google Shape;395;p29"/>
          <p:cNvSpPr txBox="1"/>
          <p:nvPr/>
        </p:nvSpPr>
        <p:spPr>
          <a:xfrm>
            <a:off x="493567" y="5677176"/>
            <a:ext cx="3027947"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Wymaga jednolitego formatu</a:t>
            </a:r>
            <a:endParaRPr/>
          </a:p>
        </p:txBody>
      </p:sp>
      <p:sp>
        <p:nvSpPr>
          <p:cNvPr id="396" name="Google Shape;396;p29"/>
          <p:cNvSpPr txBox="1"/>
          <p:nvPr/>
        </p:nvSpPr>
        <p:spPr>
          <a:xfrm>
            <a:off x="6010214" y="828333"/>
            <a:ext cx="3288767"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Ta wartość to prawdopodobnie jakiś błąd</a:t>
            </a:r>
            <a:endParaRPr/>
          </a:p>
        </p:txBody>
      </p:sp>
      <p:cxnSp>
        <p:nvCxnSpPr>
          <p:cNvPr id="397" name="Google Shape;397;p29"/>
          <p:cNvCxnSpPr/>
          <p:nvPr/>
        </p:nvCxnSpPr>
        <p:spPr>
          <a:xfrm flipH="1" rot="10800000">
            <a:off x="1900990" y="4695986"/>
            <a:ext cx="1121179" cy="895787"/>
          </a:xfrm>
          <a:prstGeom prst="straightConnector1">
            <a:avLst/>
          </a:prstGeom>
          <a:noFill/>
          <a:ln cap="flat" cmpd="sng" w="19050">
            <a:solidFill>
              <a:srgbClr val="0070C0"/>
            </a:solidFill>
            <a:prstDash val="solid"/>
            <a:miter lim="8000"/>
            <a:headEnd len="sm" w="sm" type="none"/>
            <a:tailEnd len="med" w="med" type="triangle"/>
          </a:ln>
        </p:spPr>
      </p:cxnSp>
      <p:cxnSp>
        <p:nvCxnSpPr>
          <p:cNvPr id="398" name="Google Shape;398;p29"/>
          <p:cNvCxnSpPr/>
          <p:nvPr/>
        </p:nvCxnSpPr>
        <p:spPr>
          <a:xfrm flipH="1">
            <a:off x="5920353" y="1549831"/>
            <a:ext cx="616804" cy="2335417"/>
          </a:xfrm>
          <a:prstGeom prst="straightConnector1">
            <a:avLst/>
          </a:prstGeom>
          <a:noFill/>
          <a:ln cap="flat" cmpd="sng" w="19050">
            <a:solidFill>
              <a:schemeClr val="accent5"/>
            </a:solidFill>
            <a:prstDash val="solid"/>
            <a:miter lim="8000"/>
            <a:headEnd len="sm" w="sm" type="none"/>
            <a:tailEnd len="med" w="med" type="triangle"/>
          </a:ln>
        </p:spPr>
      </p:cxn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3" name="Shape 403"/>
        <p:cNvGrpSpPr/>
        <p:nvPr/>
      </p:nvGrpSpPr>
      <p:grpSpPr>
        <a:xfrm>
          <a:off x="0" y="0"/>
          <a:ext cx="0" cy="0"/>
          <a:chOff x="0" y="0"/>
          <a:chExt cx="0" cy="0"/>
        </a:xfrm>
      </p:grpSpPr>
      <p:sp>
        <p:nvSpPr>
          <p:cNvPr id="404" name="Google Shape;404;p3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pl-PL"/>
              <a:t>Praktyczny przykład</a:t>
            </a:r>
            <a:endParaRPr/>
          </a:p>
        </p:txBody>
      </p:sp>
      <p:graphicFrame>
        <p:nvGraphicFramePr>
          <p:cNvPr id="405" name="Google Shape;405;p30"/>
          <p:cNvGraphicFramePr/>
          <p:nvPr/>
        </p:nvGraphicFramePr>
        <p:xfrm>
          <a:off x="1900990" y="2404562"/>
          <a:ext cx="3000000" cy="3000000"/>
        </p:xfrm>
        <a:graphic>
          <a:graphicData uri="http://schemas.openxmlformats.org/drawingml/2006/table">
            <a:tbl>
              <a:tblPr>
                <a:noFill/>
                <a:tableStyleId>{F66DABDC-19B1-45FA-81D7-11D77B005665}</a:tableStyleId>
              </a:tblPr>
              <a:tblGrid>
                <a:gridCol w="850450"/>
                <a:gridCol w="1925825"/>
                <a:gridCol w="790450"/>
                <a:gridCol w="685225"/>
                <a:gridCol w="998500"/>
                <a:gridCol w="1229300"/>
                <a:gridCol w="2552000"/>
              </a:tblGrid>
              <a:tr h="228600">
                <a:tc>
                  <a:txBody>
                    <a:bodyPr/>
                    <a:lstStyle/>
                    <a:p>
                      <a:pPr indent="0" lvl="0" marL="0" marR="0" rtl="0" algn="l">
                        <a:spcBef>
                          <a:spcPts val="0"/>
                        </a:spcBef>
                        <a:spcAft>
                          <a:spcPts val="0"/>
                        </a:spcAft>
                        <a:buNone/>
                      </a:pPr>
                      <a:r>
                        <a:rPr lang="pl-PL" sz="1800">
                          <a:solidFill>
                            <a:srgbClr val="AEAEAE"/>
                          </a:solidFill>
                        </a:rPr>
                        <a:t>Id</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i="1" lang="pl-PL" sz="1800"/>
                        <a:t>Miasto</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i="1" lang="pl-PL" sz="1800"/>
                        <a:t>Płeć</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Wiek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i="1" lang="pl-PL" sz="1800"/>
                        <a:t>Strona</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Kliknięcie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u="sng"/>
                        <a:t>Subskrybuje_aktualnie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solidFill>
                            <a:srgbClr val="AEAEAE"/>
                          </a:solidFill>
                        </a:rPr>
                        <a:t>101</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0070C0"/>
                          </a:solidFill>
                        </a:rPr>
                        <a:t>Chicago, U.S</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23</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A</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1</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Tak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solidFill>
                            <a:srgbClr val="AEAEAE"/>
                          </a:solidFill>
                        </a:rPr>
                        <a:t>102</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0070C0"/>
                          </a:solidFill>
                        </a:rPr>
                        <a:t>CHICAGO, US</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68</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B</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0</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Nie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solidFill>
                            <a:srgbClr val="AEAEAE"/>
                          </a:solidFill>
                        </a:rPr>
                        <a:t>103</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New York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BF4F14"/>
                          </a:solidFill>
                        </a:rPr>
                        <a:t>NaN</a:t>
                      </a:r>
                      <a:endParaRPr sz="1800">
                        <a:solidFill>
                          <a:srgbClr val="BF4F14"/>
                        </a:solidFill>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19</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C</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1</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Tak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solidFill>
                            <a:srgbClr val="AEAEAE"/>
                          </a:solidFill>
                        </a:rPr>
                        <a:t>104</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Warsaw, Poland</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chemeClr val="accent5"/>
                          </a:solidFill>
                        </a:rPr>
                        <a:t>125</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BF4F14"/>
                          </a:solidFill>
                        </a:rPr>
                        <a:t>NaN</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BF4F14"/>
                          </a:solidFill>
                        </a:rPr>
                        <a:t>NaN</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Nie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solidFill>
                            <a:srgbClr val="AEAEAE"/>
                          </a:solidFill>
                        </a:rPr>
                        <a:t>105</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0070C0"/>
                          </a:solidFill>
                        </a:rPr>
                        <a:t>chicago, us</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24</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BF4F14"/>
                          </a:solidFill>
                        </a:rPr>
                        <a:t>NaN</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BF4F14"/>
                          </a:solidFill>
                        </a:rPr>
                        <a:t>NaN</a:t>
                      </a:r>
                      <a:endParaRPr sz="1800">
                        <a:solidFill>
                          <a:srgbClr val="BF4F14"/>
                        </a:solidFill>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Tak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
        <p:nvSpPr>
          <p:cNvPr id="406" name="Google Shape;406;p30"/>
          <p:cNvSpPr txBox="1"/>
          <p:nvPr/>
        </p:nvSpPr>
        <p:spPr>
          <a:xfrm>
            <a:off x="493567" y="5677176"/>
            <a:ext cx="3027947"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rgbClr val="747474"/>
                </a:solidFill>
                <a:latin typeface="Arial"/>
                <a:ea typeface="Arial"/>
                <a:cs typeface="Arial"/>
                <a:sym typeface="Arial"/>
              </a:rPr>
              <a:t>Wymaga jednolitego formatu</a:t>
            </a:r>
            <a:endParaRPr/>
          </a:p>
        </p:txBody>
      </p:sp>
      <p:sp>
        <p:nvSpPr>
          <p:cNvPr id="407" name="Google Shape;407;p30"/>
          <p:cNvSpPr txBox="1"/>
          <p:nvPr/>
        </p:nvSpPr>
        <p:spPr>
          <a:xfrm>
            <a:off x="5186393" y="5591773"/>
            <a:ext cx="3136978"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Braki wynikają z połączenia po indeksach tabeli „po lewej”</a:t>
            </a:r>
            <a:endParaRPr/>
          </a:p>
        </p:txBody>
      </p:sp>
      <p:sp>
        <p:nvSpPr>
          <p:cNvPr id="408" name="Google Shape;408;p30"/>
          <p:cNvSpPr txBox="1"/>
          <p:nvPr/>
        </p:nvSpPr>
        <p:spPr>
          <a:xfrm>
            <a:off x="6010214" y="828333"/>
            <a:ext cx="3288767"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rgbClr val="747474"/>
                </a:solidFill>
                <a:latin typeface="Arial"/>
                <a:ea typeface="Arial"/>
                <a:cs typeface="Arial"/>
                <a:sym typeface="Arial"/>
              </a:rPr>
              <a:t>Ta wartość to prawdopodobnie jakiś błąd</a:t>
            </a:r>
            <a:endParaRPr/>
          </a:p>
        </p:txBody>
      </p:sp>
      <p:cxnSp>
        <p:nvCxnSpPr>
          <p:cNvPr id="409" name="Google Shape;409;p30"/>
          <p:cNvCxnSpPr/>
          <p:nvPr/>
        </p:nvCxnSpPr>
        <p:spPr>
          <a:xfrm flipH="1" rot="10800000">
            <a:off x="1900990" y="4867273"/>
            <a:ext cx="883200" cy="724500"/>
          </a:xfrm>
          <a:prstGeom prst="straightConnector1">
            <a:avLst/>
          </a:prstGeom>
          <a:noFill/>
          <a:ln cap="flat" cmpd="sng" w="19050">
            <a:solidFill>
              <a:srgbClr val="0070C0"/>
            </a:solidFill>
            <a:prstDash val="solid"/>
            <a:miter lim="8000"/>
            <a:headEnd len="sm" w="sm" type="none"/>
            <a:tailEnd len="med" w="med" type="triangle"/>
          </a:ln>
        </p:spPr>
      </p:cxnSp>
      <p:cxnSp>
        <p:nvCxnSpPr>
          <p:cNvPr id="410" name="Google Shape;410;p30"/>
          <p:cNvCxnSpPr/>
          <p:nvPr/>
        </p:nvCxnSpPr>
        <p:spPr>
          <a:xfrm flipH="1">
            <a:off x="5965657" y="1549831"/>
            <a:ext cx="571500" cy="2580900"/>
          </a:xfrm>
          <a:prstGeom prst="straightConnector1">
            <a:avLst/>
          </a:prstGeom>
          <a:noFill/>
          <a:ln cap="flat" cmpd="sng" w="19050">
            <a:solidFill>
              <a:schemeClr val="accent5"/>
            </a:solidFill>
            <a:prstDash val="solid"/>
            <a:miter lim="8000"/>
            <a:headEnd len="sm" w="sm" type="none"/>
            <a:tailEnd len="med" w="med" type="triangle"/>
          </a:ln>
        </p:spPr>
      </p:cxnSp>
      <p:cxnSp>
        <p:nvCxnSpPr>
          <p:cNvPr id="411" name="Google Shape;411;p30"/>
          <p:cNvCxnSpPr/>
          <p:nvPr/>
        </p:nvCxnSpPr>
        <p:spPr>
          <a:xfrm flipH="1" rot="10800000">
            <a:off x="6537157" y="4599122"/>
            <a:ext cx="421582" cy="926024"/>
          </a:xfrm>
          <a:prstGeom prst="straightConnector1">
            <a:avLst/>
          </a:prstGeom>
          <a:noFill/>
          <a:ln cap="flat" cmpd="sng" w="19050">
            <a:solidFill>
              <a:schemeClr val="accent2"/>
            </a:solidFill>
            <a:prstDash val="solid"/>
            <a:miter lim="8000"/>
            <a:headEnd len="sm" w="sm" type="none"/>
            <a:tailEnd len="med" w="med" type="triangle"/>
          </a:ln>
        </p:spPr>
      </p:cxnSp>
      <p:sp>
        <p:nvSpPr>
          <p:cNvPr id="412" name="Google Shape;412;p30"/>
          <p:cNvSpPr txBox="1"/>
          <p:nvPr/>
        </p:nvSpPr>
        <p:spPr>
          <a:xfrm>
            <a:off x="1722012" y="1478538"/>
            <a:ext cx="3931334"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Ktoś nie podał swojej płci – może to jakaś informacja?</a:t>
            </a:r>
            <a:endParaRPr/>
          </a:p>
        </p:txBody>
      </p:sp>
      <p:cxnSp>
        <p:nvCxnSpPr>
          <p:cNvPr id="413" name="Google Shape;413;p30"/>
          <p:cNvCxnSpPr/>
          <p:nvPr/>
        </p:nvCxnSpPr>
        <p:spPr>
          <a:xfrm>
            <a:off x="3797085" y="2010022"/>
            <a:ext cx="933900" cy="1810500"/>
          </a:xfrm>
          <a:prstGeom prst="straightConnector1">
            <a:avLst/>
          </a:prstGeom>
          <a:noFill/>
          <a:ln cap="flat" cmpd="sng" w="19050">
            <a:solidFill>
              <a:schemeClr val="accent2"/>
            </a:solidFill>
            <a:prstDash val="solid"/>
            <a:miter lim="8000"/>
            <a:headEnd len="sm" w="sm" type="none"/>
            <a:tailEnd len="med" w="med" type="triangle"/>
          </a:ln>
        </p:spPr>
      </p:cxn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8" name="Shape 418"/>
        <p:cNvGrpSpPr/>
        <p:nvPr/>
      </p:nvGrpSpPr>
      <p:grpSpPr>
        <a:xfrm>
          <a:off x="0" y="0"/>
          <a:ext cx="0" cy="0"/>
          <a:chOff x="0" y="0"/>
          <a:chExt cx="0" cy="0"/>
        </a:xfrm>
      </p:grpSpPr>
      <p:sp>
        <p:nvSpPr>
          <p:cNvPr id="419" name="Google Shape;419;p3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pl-PL"/>
              <a:t>Praktyczny przykład</a:t>
            </a:r>
            <a:endParaRPr/>
          </a:p>
        </p:txBody>
      </p:sp>
      <p:graphicFrame>
        <p:nvGraphicFramePr>
          <p:cNvPr id="420" name="Google Shape;420;p31"/>
          <p:cNvGraphicFramePr/>
          <p:nvPr/>
        </p:nvGraphicFramePr>
        <p:xfrm>
          <a:off x="1900990" y="2404562"/>
          <a:ext cx="3000000" cy="3000000"/>
        </p:xfrm>
        <a:graphic>
          <a:graphicData uri="http://schemas.openxmlformats.org/drawingml/2006/table">
            <a:tbl>
              <a:tblPr>
                <a:noFill/>
                <a:tableStyleId>{F66DABDC-19B1-45FA-81D7-11D77B005665}</a:tableStyleId>
              </a:tblPr>
              <a:tblGrid>
                <a:gridCol w="850450"/>
                <a:gridCol w="1925825"/>
                <a:gridCol w="790450"/>
                <a:gridCol w="685225"/>
                <a:gridCol w="998500"/>
                <a:gridCol w="1229300"/>
                <a:gridCol w="2552000"/>
              </a:tblGrid>
              <a:tr h="228600">
                <a:tc>
                  <a:txBody>
                    <a:bodyPr/>
                    <a:lstStyle/>
                    <a:p>
                      <a:pPr indent="0" lvl="0" marL="0" marR="0" rtl="0" algn="l">
                        <a:spcBef>
                          <a:spcPts val="0"/>
                        </a:spcBef>
                        <a:spcAft>
                          <a:spcPts val="0"/>
                        </a:spcAft>
                        <a:buNone/>
                      </a:pPr>
                      <a:r>
                        <a:rPr lang="pl-PL" sz="1800">
                          <a:solidFill>
                            <a:srgbClr val="AEAEAE"/>
                          </a:solidFill>
                        </a:rPr>
                        <a:t>Id</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i="1" lang="pl-PL" sz="1800"/>
                        <a:t>Miasto</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i="1" lang="pl-PL" sz="1800"/>
                        <a:t>Płeć</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Wiek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i="1" lang="pl-PL" sz="1800"/>
                        <a:t>Strona</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Kliknięcie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u="sng"/>
                        <a:t>Subskrybuje_aktualnie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solidFill>
                            <a:srgbClr val="AEAEAE"/>
                          </a:solidFill>
                        </a:rPr>
                        <a:t>101</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0070C0"/>
                          </a:solidFill>
                        </a:rPr>
                        <a:t>Chicago, U.S</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23</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A</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1</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Tak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solidFill>
                            <a:srgbClr val="AEAEAE"/>
                          </a:solidFill>
                        </a:rPr>
                        <a:t>102</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0070C0"/>
                          </a:solidFill>
                        </a:rPr>
                        <a:t>CHICAGO, US</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68</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B</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0</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Nie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solidFill>
                            <a:srgbClr val="AEAEAE"/>
                          </a:solidFill>
                        </a:rPr>
                        <a:t>103</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New York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BF4F14"/>
                          </a:solidFill>
                        </a:rPr>
                        <a:t>NaN</a:t>
                      </a:r>
                      <a:endParaRPr sz="1800">
                        <a:solidFill>
                          <a:srgbClr val="BF4F14"/>
                        </a:solidFill>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19</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C</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1</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Tak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solidFill>
                            <a:srgbClr val="AEAEAE"/>
                          </a:solidFill>
                        </a:rPr>
                        <a:t>104</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Warsaw, Poland</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chemeClr val="accent5"/>
                          </a:solidFill>
                        </a:rPr>
                        <a:t>125</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BF4F14"/>
                          </a:solidFill>
                        </a:rPr>
                        <a:t>NaN</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BF4F14"/>
                          </a:solidFill>
                        </a:rPr>
                        <a:t>NaN</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Nie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solidFill>
                            <a:srgbClr val="AEAEAE"/>
                          </a:solidFill>
                        </a:rPr>
                        <a:t>105</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0070C0"/>
                          </a:solidFill>
                        </a:rPr>
                        <a:t>chicago, us</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24</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BF4F14"/>
                          </a:solidFill>
                        </a:rPr>
                        <a:t>NaN</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BF4F14"/>
                          </a:solidFill>
                        </a:rPr>
                        <a:t>NaN</a:t>
                      </a:r>
                      <a:endParaRPr sz="1800">
                        <a:solidFill>
                          <a:srgbClr val="BF4F14"/>
                        </a:solidFill>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Tak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
        <p:nvSpPr>
          <p:cNvPr id="421" name="Google Shape;421;p31"/>
          <p:cNvSpPr txBox="1"/>
          <p:nvPr/>
        </p:nvSpPr>
        <p:spPr>
          <a:xfrm>
            <a:off x="493567" y="5677176"/>
            <a:ext cx="3027947"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rgbClr val="747474"/>
                </a:solidFill>
                <a:latin typeface="Arial"/>
                <a:ea typeface="Arial"/>
                <a:cs typeface="Arial"/>
                <a:sym typeface="Arial"/>
              </a:rPr>
              <a:t>Wymaga jednolitego formatu</a:t>
            </a:r>
            <a:endParaRPr/>
          </a:p>
        </p:txBody>
      </p:sp>
      <p:sp>
        <p:nvSpPr>
          <p:cNvPr id="422" name="Google Shape;422;p31"/>
          <p:cNvSpPr txBox="1"/>
          <p:nvPr/>
        </p:nvSpPr>
        <p:spPr>
          <a:xfrm>
            <a:off x="5186393" y="5591773"/>
            <a:ext cx="3136978"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rgbClr val="747474"/>
                </a:solidFill>
                <a:latin typeface="Arial"/>
                <a:ea typeface="Arial"/>
                <a:cs typeface="Arial"/>
                <a:sym typeface="Arial"/>
              </a:rPr>
              <a:t>Braki wynikają z połączenia po indeksach tabeli „po lewej”</a:t>
            </a:r>
            <a:endParaRPr/>
          </a:p>
        </p:txBody>
      </p:sp>
      <p:sp>
        <p:nvSpPr>
          <p:cNvPr id="423" name="Google Shape;423;p31"/>
          <p:cNvSpPr txBox="1"/>
          <p:nvPr/>
        </p:nvSpPr>
        <p:spPr>
          <a:xfrm>
            <a:off x="9205993" y="5706501"/>
            <a:ext cx="2816613"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Kolumnę docelową możemy zamienić na 0/1</a:t>
            </a:r>
            <a:endParaRPr/>
          </a:p>
        </p:txBody>
      </p:sp>
      <p:sp>
        <p:nvSpPr>
          <p:cNvPr id="424" name="Google Shape;424;p31"/>
          <p:cNvSpPr txBox="1"/>
          <p:nvPr/>
        </p:nvSpPr>
        <p:spPr>
          <a:xfrm>
            <a:off x="6010214" y="828333"/>
            <a:ext cx="3288767"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rgbClr val="747474"/>
                </a:solidFill>
                <a:latin typeface="Arial"/>
                <a:ea typeface="Arial"/>
                <a:cs typeface="Arial"/>
                <a:sym typeface="Arial"/>
              </a:rPr>
              <a:t>Ta wartość to prawdopodobnie jakiś błąd</a:t>
            </a:r>
            <a:endParaRPr/>
          </a:p>
        </p:txBody>
      </p:sp>
      <p:cxnSp>
        <p:nvCxnSpPr>
          <p:cNvPr id="425" name="Google Shape;425;p31"/>
          <p:cNvCxnSpPr/>
          <p:nvPr/>
        </p:nvCxnSpPr>
        <p:spPr>
          <a:xfrm flipH="1" rot="10800000">
            <a:off x="1900990" y="4695986"/>
            <a:ext cx="1121179" cy="895787"/>
          </a:xfrm>
          <a:prstGeom prst="straightConnector1">
            <a:avLst/>
          </a:prstGeom>
          <a:noFill/>
          <a:ln cap="flat" cmpd="sng" w="19050">
            <a:solidFill>
              <a:srgbClr val="0070C0"/>
            </a:solidFill>
            <a:prstDash val="solid"/>
            <a:miter lim="8000"/>
            <a:headEnd len="sm" w="sm" type="none"/>
            <a:tailEnd len="med" w="med" type="triangle"/>
          </a:ln>
        </p:spPr>
      </p:cxnSp>
      <p:cxnSp>
        <p:nvCxnSpPr>
          <p:cNvPr id="426" name="Google Shape;426;p31"/>
          <p:cNvCxnSpPr/>
          <p:nvPr/>
        </p:nvCxnSpPr>
        <p:spPr>
          <a:xfrm flipH="1">
            <a:off x="5945557" y="1549831"/>
            <a:ext cx="591600" cy="2631000"/>
          </a:xfrm>
          <a:prstGeom prst="straightConnector1">
            <a:avLst/>
          </a:prstGeom>
          <a:noFill/>
          <a:ln cap="flat" cmpd="sng" w="19050">
            <a:solidFill>
              <a:schemeClr val="accent5"/>
            </a:solidFill>
            <a:prstDash val="solid"/>
            <a:miter lim="8000"/>
            <a:headEnd len="sm" w="sm" type="none"/>
            <a:tailEnd len="med" w="med" type="triangle"/>
          </a:ln>
        </p:spPr>
      </p:cxnSp>
      <p:cxnSp>
        <p:nvCxnSpPr>
          <p:cNvPr id="427" name="Google Shape;427;p31"/>
          <p:cNvCxnSpPr/>
          <p:nvPr/>
        </p:nvCxnSpPr>
        <p:spPr>
          <a:xfrm flipH="1" rot="10800000">
            <a:off x="6537157" y="4599122"/>
            <a:ext cx="421582" cy="926024"/>
          </a:xfrm>
          <a:prstGeom prst="straightConnector1">
            <a:avLst/>
          </a:prstGeom>
          <a:noFill/>
          <a:ln cap="flat" cmpd="sng" w="19050">
            <a:solidFill>
              <a:schemeClr val="accent2"/>
            </a:solidFill>
            <a:prstDash val="solid"/>
            <a:miter lim="8000"/>
            <a:headEnd len="sm" w="sm" type="none"/>
            <a:tailEnd len="med" w="med" type="triangle"/>
          </a:ln>
        </p:spPr>
      </p:cxnSp>
      <p:sp>
        <p:nvSpPr>
          <p:cNvPr id="428" name="Google Shape;428;p31"/>
          <p:cNvSpPr txBox="1"/>
          <p:nvPr/>
        </p:nvSpPr>
        <p:spPr>
          <a:xfrm>
            <a:off x="1722012" y="1478538"/>
            <a:ext cx="3931334"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rgbClr val="747474"/>
                </a:solidFill>
                <a:latin typeface="Arial"/>
                <a:ea typeface="Arial"/>
                <a:cs typeface="Arial"/>
                <a:sym typeface="Arial"/>
              </a:rPr>
              <a:t>Ktoś nie podał swojej płci – może to jakaś informacja?</a:t>
            </a:r>
            <a:endParaRPr/>
          </a:p>
        </p:txBody>
      </p:sp>
      <p:cxnSp>
        <p:nvCxnSpPr>
          <p:cNvPr id="429" name="Google Shape;429;p31"/>
          <p:cNvCxnSpPr/>
          <p:nvPr/>
        </p:nvCxnSpPr>
        <p:spPr>
          <a:xfrm>
            <a:off x="3797085" y="2010022"/>
            <a:ext cx="875100" cy="1800000"/>
          </a:xfrm>
          <a:prstGeom prst="straightConnector1">
            <a:avLst/>
          </a:prstGeom>
          <a:noFill/>
          <a:ln cap="flat" cmpd="sng" w="19050">
            <a:solidFill>
              <a:schemeClr val="accent2"/>
            </a:solidFill>
            <a:prstDash val="solid"/>
            <a:miter lim="8000"/>
            <a:headEnd len="sm" w="sm" type="none"/>
            <a:tailEnd len="med" w="med" type="triangle"/>
          </a:ln>
        </p:spPr>
      </p:cxnSp>
      <p:cxnSp>
        <p:nvCxnSpPr>
          <p:cNvPr id="430" name="Google Shape;430;p31"/>
          <p:cNvCxnSpPr/>
          <p:nvPr/>
        </p:nvCxnSpPr>
        <p:spPr>
          <a:xfrm rot="10800000">
            <a:off x="8973519" y="3727342"/>
            <a:ext cx="674176" cy="1864431"/>
          </a:xfrm>
          <a:prstGeom prst="straightConnector1">
            <a:avLst/>
          </a:prstGeom>
          <a:noFill/>
          <a:ln cap="flat" cmpd="sng" w="19050">
            <a:solidFill>
              <a:schemeClr val="accent6"/>
            </a:solidFill>
            <a:prstDash val="solid"/>
            <a:miter lim="8000"/>
            <a:headEnd len="sm" w="sm" type="none"/>
            <a:tailEnd len="med" w="med" type="triangle"/>
          </a:ln>
        </p:spPr>
      </p:cxn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5" name="Shape 435"/>
        <p:cNvGrpSpPr/>
        <p:nvPr/>
      </p:nvGrpSpPr>
      <p:grpSpPr>
        <a:xfrm>
          <a:off x="0" y="0"/>
          <a:ext cx="0" cy="0"/>
          <a:chOff x="0" y="0"/>
          <a:chExt cx="0" cy="0"/>
        </a:xfrm>
      </p:grpSpPr>
      <p:sp>
        <p:nvSpPr>
          <p:cNvPr id="436" name="Google Shape;436;p3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pl-PL"/>
              <a:t>Praktyczny przykład</a:t>
            </a:r>
            <a:endParaRPr/>
          </a:p>
        </p:txBody>
      </p:sp>
      <p:graphicFrame>
        <p:nvGraphicFramePr>
          <p:cNvPr id="437" name="Google Shape;437;p33"/>
          <p:cNvGraphicFramePr/>
          <p:nvPr/>
        </p:nvGraphicFramePr>
        <p:xfrm>
          <a:off x="1345190" y="2264756"/>
          <a:ext cx="3000000" cy="3000000"/>
        </p:xfrm>
        <a:graphic>
          <a:graphicData uri="http://schemas.openxmlformats.org/drawingml/2006/table">
            <a:tbl>
              <a:tblPr>
                <a:noFill/>
                <a:tableStyleId>{F66DABDC-19B1-45FA-81D7-11D77B005665}</a:tableStyleId>
              </a:tblPr>
              <a:tblGrid>
                <a:gridCol w="1445625"/>
                <a:gridCol w="1445625"/>
                <a:gridCol w="925050"/>
                <a:gridCol w="981975"/>
                <a:gridCol w="1142650"/>
                <a:gridCol w="1455100"/>
                <a:gridCol w="2490625"/>
              </a:tblGrid>
              <a:tr h="228600">
                <a:tc>
                  <a:txBody>
                    <a:bodyPr/>
                    <a:lstStyle/>
                    <a:p>
                      <a:pPr indent="0" lvl="0" marL="0" marR="0" rtl="0" algn="l">
                        <a:spcBef>
                          <a:spcPts val="0"/>
                        </a:spcBef>
                        <a:spcAft>
                          <a:spcPts val="0"/>
                        </a:spcAft>
                        <a:buNone/>
                      </a:pPr>
                      <a:r>
                        <a:rPr lang="pl-PL" sz="1800"/>
                        <a:t>Id</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Miasto</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Płeć</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Wiek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Strona</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Kliknięcie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u="sng"/>
                        <a:t>Subskrybuje_aktualnie</a:t>
                      </a:r>
                      <a:endParaRPr sz="1800" u="sng"/>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t>101</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0070C0"/>
                          </a:solidFill>
                        </a:rPr>
                        <a:t>Chicago</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23</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A</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1</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1</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t>102</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0070C0"/>
                          </a:solidFill>
                        </a:rPr>
                        <a:t>Chicago</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68</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B</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0</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0</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t>103</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New York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BF4F14"/>
                          </a:solidFill>
                        </a:rPr>
                        <a:t>O</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19</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C</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1</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1</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t>104</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Warsaw</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K</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chemeClr val="accent5"/>
                          </a:solidFill>
                        </a:rPr>
                        <a:t>35</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BF4F14"/>
                          </a:solidFill>
                        </a:rPr>
                        <a:t>X</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BF4F14"/>
                          </a:solidFill>
                        </a:rPr>
                        <a:t>0</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0</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28600">
                <a:tc>
                  <a:txBody>
                    <a:bodyPr/>
                    <a:lstStyle/>
                    <a:p>
                      <a:pPr indent="0" lvl="0" marL="0" marR="0" rtl="0" algn="l">
                        <a:spcBef>
                          <a:spcPts val="0"/>
                        </a:spcBef>
                        <a:spcAft>
                          <a:spcPts val="0"/>
                        </a:spcAft>
                        <a:buNone/>
                      </a:pPr>
                      <a:r>
                        <a:rPr lang="pl-PL" sz="1800"/>
                        <a:t>105</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0070C0"/>
                          </a:solidFill>
                        </a:rPr>
                        <a:t>Chicago</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24</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BF4F14"/>
                          </a:solidFill>
                        </a:rPr>
                        <a:t>X</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solidFill>
                            <a:srgbClr val="BF4F14"/>
                          </a:solidFill>
                        </a:rPr>
                        <a:t>0</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lang="pl-PL" sz="1800"/>
                        <a:t>1</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
        <p:nvSpPr>
          <p:cNvPr id="438" name="Google Shape;438;p33"/>
          <p:cNvSpPr txBox="1"/>
          <p:nvPr/>
        </p:nvSpPr>
        <p:spPr>
          <a:xfrm>
            <a:off x="1282949" y="4786439"/>
            <a:ext cx="9232651" cy="175432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Jak możemy zwiększyć liczbę subskrybentów?</a:t>
            </a:r>
            <a:endParaRPr/>
          </a:p>
          <a:p>
            <a:pPr indent="-285750" lvl="0" marL="285750" marR="0" rtl="0" algn="l">
              <a:spcBef>
                <a:spcPts val="0"/>
              </a:spcBef>
              <a:spcAft>
                <a:spcPts val="0"/>
              </a:spcAft>
              <a:buClr>
                <a:schemeClr val="dk1"/>
              </a:buClr>
              <a:buSzPts val="1800"/>
              <a:buFont typeface="Arial"/>
              <a:buChar char="-"/>
            </a:pPr>
            <a:r>
              <a:rPr lang="pl-PL" sz="1800">
                <a:solidFill>
                  <a:schemeClr val="dk1"/>
                </a:solidFill>
                <a:latin typeface="Arial"/>
                <a:ea typeface="Arial"/>
                <a:cs typeface="Arial"/>
                <a:sym typeface="Arial"/>
              </a:rPr>
              <a:t>Jaki jest profil typowego subskrybenta? (np. czy to kobieta w średnim wieku z New York?)</a:t>
            </a:r>
            <a:endParaRPr/>
          </a:p>
          <a:p>
            <a:pPr indent="-285750" lvl="0" marL="285750" marR="0" rtl="0" algn="l">
              <a:spcBef>
                <a:spcPts val="0"/>
              </a:spcBef>
              <a:spcAft>
                <a:spcPts val="0"/>
              </a:spcAft>
              <a:buClr>
                <a:schemeClr val="dk1"/>
              </a:buClr>
              <a:buSzPts val="1800"/>
              <a:buFont typeface="Arial"/>
              <a:buChar char="-"/>
            </a:pPr>
            <a:r>
              <a:rPr lang="pl-PL" sz="1800">
                <a:solidFill>
                  <a:schemeClr val="dk1"/>
                </a:solidFill>
                <a:latin typeface="Arial"/>
                <a:ea typeface="Arial"/>
                <a:cs typeface="Arial"/>
                <a:sym typeface="Arial"/>
              </a:rPr>
              <a:t>Jakie są cechy nie-subskrybentów, którzy wzięli udział w ankiecie?</a:t>
            </a:r>
            <a:endParaRPr/>
          </a:p>
          <a:p>
            <a:pPr indent="-285750" lvl="0" marL="285750" marR="0" rtl="0" algn="l">
              <a:spcBef>
                <a:spcPts val="0"/>
              </a:spcBef>
              <a:spcAft>
                <a:spcPts val="0"/>
              </a:spcAft>
              <a:buClr>
                <a:schemeClr val="dk1"/>
              </a:buClr>
              <a:buSzPts val="1800"/>
              <a:buFont typeface="Arial"/>
              <a:buChar char="-"/>
            </a:pPr>
            <a:r>
              <a:rPr lang="pl-PL" sz="1800">
                <a:solidFill>
                  <a:schemeClr val="dk1"/>
                </a:solidFill>
                <a:latin typeface="Arial"/>
                <a:ea typeface="Arial"/>
                <a:cs typeface="Arial"/>
                <a:sym typeface="Arial"/>
              </a:rPr>
              <a:t>Czy potrzebujemy więcej danych z jakiejś konkretnej grupy, aby wyciągnąć sensowny wniosek?</a:t>
            </a:r>
            <a:endParaRPr/>
          </a:p>
          <a:p>
            <a:pPr indent="-285750" lvl="0" marL="285750" marR="0" rtl="0" algn="l">
              <a:spcBef>
                <a:spcPts val="0"/>
              </a:spcBef>
              <a:spcAft>
                <a:spcPts val="0"/>
              </a:spcAft>
              <a:buClr>
                <a:schemeClr val="dk1"/>
              </a:buClr>
              <a:buSzPts val="1800"/>
              <a:buFont typeface="Arial"/>
              <a:buChar char="-"/>
            </a:pPr>
            <a:r>
              <a:rPr lang="pl-PL" sz="1800">
                <a:solidFill>
                  <a:schemeClr val="dk1"/>
                </a:solidFill>
                <a:latin typeface="Arial"/>
                <a:ea typeface="Arial"/>
                <a:cs typeface="Arial"/>
                <a:sym typeface="Arial"/>
              </a:rPr>
              <a:t>Braki w danych i błędy występują zarówno dla subskrybujących jak i nie?</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3" name="Shape 443"/>
        <p:cNvGrpSpPr/>
        <p:nvPr/>
      </p:nvGrpSpPr>
      <p:grpSpPr>
        <a:xfrm>
          <a:off x="0" y="0"/>
          <a:ext cx="0" cy="0"/>
          <a:chOff x="0" y="0"/>
          <a:chExt cx="0" cy="0"/>
        </a:xfrm>
      </p:grpSpPr>
      <p:sp>
        <p:nvSpPr>
          <p:cNvPr id="444" name="Google Shape;444;p35"/>
          <p:cNvSpPr/>
          <p:nvPr/>
        </p:nvSpPr>
        <p:spPr>
          <a:xfrm>
            <a:off x="277208" y="1666615"/>
            <a:ext cx="3678776" cy="2176272"/>
          </a:xfrm>
          <a:prstGeom prst="roundRect">
            <a:avLst>
              <a:gd fmla="val 16667" name="adj"/>
            </a:avLst>
          </a:prstGeom>
          <a:solidFill>
            <a:srgbClr val="D8D8D8"/>
          </a:solidFill>
          <a:ln cap="flat" cmpd="sng" w="19050">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Arial"/>
              <a:ea typeface="Arial"/>
              <a:cs typeface="Arial"/>
              <a:sym typeface="Arial"/>
            </a:endParaRPr>
          </a:p>
        </p:txBody>
      </p:sp>
      <p:sp>
        <p:nvSpPr>
          <p:cNvPr id="445" name="Google Shape;445;p35"/>
          <p:cNvSpPr/>
          <p:nvPr/>
        </p:nvSpPr>
        <p:spPr>
          <a:xfrm>
            <a:off x="8085222" y="1666615"/>
            <a:ext cx="3773103" cy="2176272"/>
          </a:xfrm>
          <a:prstGeom prst="roundRect">
            <a:avLst>
              <a:gd fmla="val 16667" name="adj"/>
            </a:avLst>
          </a:prstGeom>
          <a:solidFill>
            <a:srgbClr val="A5A5A5"/>
          </a:solidFill>
          <a:ln cap="flat" cmpd="sng" w="19050">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446" name="Google Shape;446;p35"/>
          <p:cNvSpPr/>
          <p:nvPr/>
        </p:nvSpPr>
        <p:spPr>
          <a:xfrm>
            <a:off x="1913503" y="4290622"/>
            <a:ext cx="4078224" cy="2176272"/>
          </a:xfrm>
          <a:prstGeom prst="roundRect">
            <a:avLst>
              <a:gd fmla="val 16667" name="adj"/>
            </a:avLst>
          </a:prstGeom>
          <a:solidFill>
            <a:srgbClr val="7F7F7F"/>
          </a:solidFill>
          <a:ln cap="flat" cmpd="sng" w="19050">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447" name="Google Shape;447;p35"/>
          <p:cNvSpPr/>
          <p:nvPr/>
        </p:nvSpPr>
        <p:spPr>
          <a:xfrm>
            <a:off x="6181023" y="4290622"/>
            <a:ext cx="4078224" cy="2176272"/>
          </a:xfrm>
          <a:prstGeom prst="roundRect">
            <a:avLst>
              <a:gd fmla="val 16667" name="adj"/>
            </a:avLst>
          </a:prstGeom>
          <a:solidFill>
            <a:srgbClr val="595959"/>
          </a:solidFill>
          <a:ln cap="flat" cmpd="sng" w="19050">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448" name="Google Shape;448;p35"/>
          <p:cNvSpPr/>
          <p:nvPr/>
        </p:nvSpPr>
        <p:spPr>
          <a:xfrm>
            <a:off x="4215866" y="1666615"/>
            <a:ext cx="3609474" cy="2176272"/>
          </a:xfrm>
          <a:prstGeom prst="roundRect">
            <a:avLst>
              <a:gd fmla="val 16667" name="adj"/>
            </a:avLst>
          </a:prstGeom>
          <a:solidFill>
            <a:srgbClr val="BFBFBF"/>
          </a:solidFill>
          <a:ln cap="flat" cmpd="sng" w="19050">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449" name="Google Shape;449;p35"/>
          <p:cNvSpPr txBox="1"/>
          <p:nvPr/>
        </p:nvSpPr>
        <p:spPr>
          <a:xfrm>
            <a:off x="4466123" y="1936603"/>
            <a:ext cx="1714900" cy="120032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2400">
                <a:solidFill>
                  <a:schemeClr val="dk1"/>
                </a:solidFill>
                <a:latin typeface="Arial"/>
                <a:ea typeface="Arial"/>
                <a:cs typeface="Arial"/>
                <a:sym typeface="Arial"/>
              </a:rPr>
              <a:t>Badanie równowagi klas</a:t>
            </a:r>
            <a:endParaRPr/>
          </a:p>
        </p:txBody>
      </p:sp>
      <p:sp>
        <p:nvSpPr>
          <p:cNvPr id="450" name="Google Shape;450;p35"/>
          <p:cNvSpPr txBox="1"/>
          <p:nvPr/>
        </p:nvSpPr>
        <p:spPr>
          <a:xfrm>
            <a:off x="8282551" y="2200750"/>
            <a:ext cx="1976700" cy="831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2400">
                <a:solidFill>
                  <a:schemeClr val="dk1"/>
                </a:solidFill>
                <a:latin typeface="Arial"/>
                <a:ea typeface="Arial"/>
                <a:cs typeface="Arial"/>
                <a:sym typeface="Arial"/>
              </a:rPr>
              <a:t>Wykrywanie </a:t>
            </a:r>
            <a:endParaRPr/>
          </a:p>
          <a:p>
            <a:pPr indent="0" lvl="0" marL="0" marR="0" rtl="0" algn="l">
              <a:spcBef>
                <a:spcPts val="0"/>
              </a:spcBef>
              <a:spcAft>
                <a:spcPts val="0"/>
              </a:spcAft>
              <a:buNone/>
            </a:pPr>
            <a:r>
              <a:rPr lang="pl-PL" sz="2400">
                <a:solidFill>
                  <a:schemeClr val="dk1"/>
                </a:solidFill>
                <a:latin typeface="Arial"/>
                <a:ea typeface="Arial"/>
                <a:cs typeface="Arial"/>
                <a:sym typeface="Arial"/>
              </a:rPr>
              <a:t>błędów</a:t>
            </a:r>
            <a:endParaRPr/>
          </a:p>
        </p:txBody>
      </p:sp>
      <p:sp>
        <p:nvSpPr>
          <p:cNvPr id="451" name="Google Shape;451;p35"/>
          <p:cNvSpPr txBox="1"/>
          <p:nvPr/>
        </p:nvSpPr>
        <p:spPr>
          <a:xfrm>
            <a:off x="2184935" y="4778591"/>
            <a:ext cx="1814362" cy="120032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2400">
                <a:solidFill>
                  <a:schemeClr val="dk1"/>
                </a:solidFill>
                <a:latin typeface="Arial"/>
                <a:ea typeface="Arial"/>
                <a:cs typeface="Arial"/>
                <a:sym typeface="Arial"/>
              </a:rPr>
              <a:t>Rozumienie</a:t>
            </a:r>
            <a:endParaRPr/>
          </a:p>
          <a:p>
            <a:pPr indent="0" lvl="0" marL="0" marR="0" rtl="0" algn="l">
              <a:spcBef>
                <a:spcPts val="0"/>
              </a:spcBef>
              <a:spcAft>
                <a:spcPts val="0"/>
              </a:spcAft>
              <a:buNone/>
            </a:pPr>
            <a:r>
              <a:rPr lang="pl-PL" sz="2400">
                <a:solidFill>
                  <a:schemeClr val="dk1"/>
                </a:solidFill>
                <a:latin typeface="Arial"/>
                <a:ea typeface="Arial"/>
                <a:cs typeface="Arial"/>
                <a:sym typeface="Arial"/>
              </a:rPr>
              <a:t>zależności i</a:t>
            </a:r>
            <a:endParaRPr/>
          </a:p>
          <a:p>
            <a:pPr indent="0" lvl="0" marL="0" marR="0" rtl="0" algn="l">
              <a:spcBef>
                <a:spcPts val="0"/>
              </a:spcBef>
              <a:spcAft>
                <a:spcPts val="0"/>
              </a:spcAft>
              <a:buNone/>
            </a:pPr>
            <a:r>
              <a:rPr lang="pl-PL" sz="2400">
                <a:solidFill>
                  <a:schemeClr val="dk1"/>
                </a:solidFill>
                <a:latin typeface="Arial"/>
                <a:ea typeface="Arial"/>
                <a:cs typeface="Arial"/>
                <a:sym typeface="Arial"/>
              </a:rPr>
              <a:t>wzorców</a:t>
            </a:r>
            <a:endParaRPr/>
          </a:p>
        </p:txBody>
      </p:sp>
      <p:sp>
        <p:nvSpPr>
          <p:cNvPr id="452" name="Google Shape;452;p35"/>
          <p:cNvSpPr txBox="1"/>
          <p:nvPr/>
        </p:nvSpPr>
        <p:spPr>
          <a:xfrm>
            <a:off x="6560421" y="4837725"/>
            <a:ext cx="1532823"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2400">
                <a:solidFill>
                  <a:schemeClr val="dk1"/>
                </a:solidFill>
                <a:latin typeface="Arial"/>
                <a:ea typeface="Arial"/>
                <a:cs typeface="Arial"/>
                <a:sym typeface="Arial"/>
              </a:rPr>
              <a:t>Analiza </a:t>
            </a:r>
            <a:endParaRPr/>
          </a:p>
          <a:p>
            <a:pPr indent="0" lvl="0" marL="0" marR="0" rtl="0" algn="l">
              <a:spcBef>
                <a:spcPts val="0"/>
              </a:spcBef>
              <a:spcAft>
                <a:spcPts val="0"/>
              </a:spcAft>
              <a:buNone/>
            </a:pPr>
            <a:r>
              <a:rPr lang="pl-PL" sz="2400">
                <a:solidFill>
                  <a:schemeClr val="dk1"/>
                </a:solidFill>
                <a:latin typeface="Arial"/>
                <a:ea typeface="Arial"/>
                <a:cs typeface="Arial"/>
                <a:sym typeface="Arial"/>
              </a:rPr>
              <a:t>wyników</a:t>
            </a:r>
            <a:endParaRPr/>
          </a:p>
        </p:txBody>
      </p:sp>
      <p:sp>
        <p:nvSpPr>
          <p:cNvPr id="453" name="Google Shape;453;p35"/>
          <p:cNvSpPr txBox="1"/>
          <p:nvPr/>
        </p:nvSpPr>
        <p:spPr>
          <a:xfrm>
            <a:off x="552491" y="2200750"/>
            <a:ext cx="1632444" cy="110799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2400">
                <a:solidFill>
                  <a:schemeClr val="dk1"/>
                </a:solidFill>
                <a:latin typeface="Arial"/>
                <a:ea typeface="Arial"/>
                <a:cs typeface="Arial"/>
                <a:sym typeface="Arial"/>
              </a:rPr>
              <a:t>Detekcja </a:t>
            </a:r>
            <a:endParaRPr/>
          </a:p>
          <a:p>
            <a:pPr indent="0" lvl="0" marL="0" marR="0" rtl="0" algn="l">
              <a:spcBef>
                <a:spcPts val="0"/>
              </a:spcBef>
              <a:spcAft>
                <a:spcPts val="0"/>
              </a:spcAft>
              <a:buNone/>
            </a:pPr>
            <a:r>
              <a:rPr lang="pl-PL" sz="2400">
                <a:solidFill>
                  <a:schemeClr val="dk1"/>
                </a:solidFill>
                <a:latin typeface="Arial"/>
                <a:ea typeface="Arial"/>
                <a:cs typeface="Arial"/>
                <a:sym typeface="Arial"/>
              </a:rPr>
              <a:t>outlierów</a:t>
            </a:r>
            <a:endParaRPr sz="2400">
              <a:solidFill>
                <a:schemeClr val="dk1"/>
              </a:solidFill>
              <a:latin typeface="Arial"/>
              <a:ea typeface="Arial"/>
              <a:cs typeface="Arial"/>
              <a:sym typeface="Arial"/>
            </a:endParaRPr>
          </a:p>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454" name="Google Shape;454;p35"/>
          <p:cNvSpPr/>
          <p:nvPr/>
        </p:nvSpPr>
        <p:spPr>
          <a:xfrm>
            <a:off x="9625" y="154005"/>
            <a:ext cx="12192000" cy="0"/>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pic>
        <p:nvPicPr>
          <p:cNvPr descr="Outliers Icons - Free SVG &amp; PNG Outliers Images - Noun Project" id="455" name="Google Shape;455;p35"/>
          <p:cNvPicPr preferRelativeResize="0"/>
          <p:nvPr/>
        </p:nvPicPr>
        <p:blipFill rotWithShape="1">
          <a:blip r:embed="rId3">
            <a:alphaModFix/>
          </a:blip>
          <a:srcRect b="0" l="0" r="0" t="0"/>
          <a:stretch/>
        </p:blipFill>
        <p:spPr>
          <a:xfrm>
            <a:off x="2025958" y="1802249"/>
            <a:ext cx="1905000" cy="1905000"/>
          </a:xfrm>
          <a:prstGeom prst="rect">
            <a:avLst/>
          </a:prstGeom>
          <a:noFill/>
          <a:ln>
            <a:noFill/>
          </a:ln>
        </p:spPr>
      </p:pic>
      <p:sp>
        <p:nvSpPr>
          <p:cNvPr id="456" name="Google Shape;456;p35"/>
          <p:cNvSpPr txBox="1"/>
          <p:nvPr>
            <p:ph type="title"/>
          </p:nvPr>
        </p:nvSpPr>
        <p:spPr>
          <a:xfrm>
            <a:off x="664945" y="281143"/>
            <a:ext cx="10515600" cy="1325563"/>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chemeClr val="dk1"/>
              </a:buClr>
              <a:buSzPts val="4400"/>
              <a:buFont typeface="Play"/>
              <a:buNone/>
            </a:pPr>
            <a:r>
              <a:rPr lang="pl-PL"/>
              <a:t>Wizualizacja w danych</a:t>
            </a:r>
            <a:endParaRPr/>
          </a:p>
        </p:txBody>
      </p:sp>
      <p:pic>
        <p:nvPicPr>
          <p:cNvPr id="457" name="Google Shape;457;p35"/>
          <p:cNvPicPr preferRelativeResize="0"/>
          <p:nvPr/>
        </p:nvPicPr>
        <p:blipFill>
          <a:blip r:embed="rId4">
            <a:alphaModFix/>
          </a:blip>
          <a:stretch>
            <a:fillRect/>
          </a:stretch>
        </p:blipFill>
        <p:spPr>
          <a:xfrm>
            <a:off x="6181022" y="1892737"/>
            <a:ext cx="1543050" cy="1724025"/>
          </a:xfrm>
          <a:prstGeom prst="rect">
            <a:avLst/>
          </a:prstGeom>
          <a:solidFill>
            <a:srgbClr val="BFBFBF"/>
          </a:solidFill>
          <a:ln>
            <a:noFill/>
          </a:ln>
        </p:spPr>
      </p:pic>
      <p:pic>
        <p:nvPicPr>
          <p:cNvPr id="458" name="Google Shape;458;p35"/>
          <p:cNvPicPr preferRelativeResize="0"/>
          <p:nvPr/>
        </p:nvPicPr>
        <p:blipFill>
          <a:blip r:embed="rId5">
            <a:alphaModFix/>
          </a:blip>
          <a:stretch>
            <a:fillRect/>
          </a:stretch>
        </p:blipFill>
        <p:spPr>
          <a:xfrm>
            <a:off x="10259247" y="1959412"/>
            <a:ext cx="1476375" cy="1590675"/>
          </a:xfrm>
          <a:prstGeom prst="rect">
            <a:avLst/>
          </a:prstGeom>
          <a:solidFill>
            <a:srgbClr val="A5A5A5"/>
          </a:solidFill>
          <a:ln>
            <a:noFill/>
          </a:ln>
        </p:spPr>
      </p:pic>
      <p:pic>
        <p:nvPicPr>
          <p:cNvPr id="459" name="Google Shape;459;p35"/>
          <p:cNvPicPr preferRelativeResize="0"/>
          <p:nvPr/>
        </p:nvPicPr>
        <p:blipFill>
          <a:blip r:embed="rId6">
            <a:alphaModFix/>
          </a:blip>
          <a:stretch>
            <a:fillRect/>
          </a:stretch>
        </p:blipFill>
        <p:spPr>
          <a:xfrm>
            <a:off x="4215872" y="4662112"/>
            <a:ext cx="1627953" cy="1433306"/>
          </a:xfrm>
          <a:prstGeom prst="rect">
            <a:avLst/>
          </a:prstGeom>
          <a:solidFill>
            <a:srgbClr val="7F7F7F"/>
          </a:solidFill>
          <a:ln>
            <a:noFill/>
          </a:ln>
        </p:spPr>
      </p:pic>
      <p:pic>
        <p:nvPicPr>
          <p:cNvPr id="460" name="Google Shape;460;p35"/>
          <p:cNvPicPr preferRelativeResize="0"/>
          <p:nvPr/>
        </p:nvPicPr>
        <p:blipFill>
          <a:blip r:embed="rId7">
            <a:alphaModFix/>
          </a:blip>
          <a:stretch>
            <a:fillRect/>
          </a:stretch>
        </p:blipFill>
        <p:spPr>
          <a:xfrm>
            <a:off x="8580347" y="4440562"/>
            <a:ext cx="1381125" cy="1876425"/>
          </a:xfrm>
          <a:prstGeom prst="rect">
            <a:avLst/>
          </a:prstGeom>
          <a:solidFill>
            <a:srgbClr val="595959"/>
          </a:solid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5" name="Shape 465"/>
        <p:cNvGrpSpPr/>
        <p:nvPr/>
      </p:nvGrpSpPr>
      <p:grpSpPr>
        <a:xfrm>
          <a:off x="0" y="0"/>
          <a:ext cx="0" cy="0"/>
          <a:chOff x="0" y="0"/>
          <a:chExt cx="0" cy="0"/>
        </a:xfrm>
      </p:grpSpPr>
      <p:sp>
        <p:nvSpPr>
          <p:cNvPr id="466" name="Google Shape;466;p3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chemeClr val="dk1"/>
              </a:buClr>
              <a:buSzPts val="4400"/>
              <a:buFont typeface="Play"/>
              <a:buNone/>
            </a:pPr>
            <a:r>
              <a:rPr lang="pl-PL"/>
              <a:t>Podział rozkładów danych</a:t>
            </a:r>
            <a:endParaRPr/>
          </a:p>
        </p:txBody>
      </p:sp>
      <p:pic>
        <p:nvPicPr>
          <p:cNvPr id="467" name="Google Shape;467;p36"/>
          <p:cNvPicPr preferRelativeResize="0"/>
          <p:nvPr/>
        </p:nvPicPr>
        <p:blipFill rotWithShape="1">
          <a:blip r:embed="rId3">
            <a:alphaModFix/>
          </a:blip>
          <a:srcRect b="0" l="0" r="0" t="0"/>
          <a:stretch/>
        </p:blipFill>
        <p:spPr>
          <a:xfrm>
            <a:off x="0" y="2069801"/>
            <a:ext cx="12127017" cy="331516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pic>
        <p:nvPicPr>
          <p:cNvPr descr="Średnia, mediana i moda w symetrycznych, prawoskośnych i lewoskośnych danych" id="472" name="Google Shape;472;p37"/>
          <p:cNvPicPr preferRelativeResize="0"/>
          <p:nvPr/>
        </p:nvPicPr>
        <p:blipFill rotWithShape="1">
          <a:blip r:embed="rId3">
            <a:alphaModFix/>
          </a:blip>
          <a:srcRect b="0" l="0" r="0" t="0"/>
          <a:stretch/>
        </p:blipFill>
        <p:spPr>
          <a:xfrm>
            <a:off x="0" y="1461770"/>
            <a:ext cx="12192000" cy="3567113"/>
          </a:xfrm>
          <a:prstGeom prst="rect">
            <a:avLst/>
          </a:prstGeom>
          <a:noFill/>
          <a:ln>
            <a:noFill/>
          </a:ln>
        </p:spPr>
      </p:pic>
      <p:sp>
        <p:nvSpPr>
          <p:cNvPr id="473" name="Google Shape;473;p37"/>
          <p:cNvSpPr txBox="1"/>
          <p:nvPr/>
        </p:nvSpPr>
        <p:spPr>
          <a:xfrm>
            <a:off x="240632" y="5493178"/>
            <a:ext cx="6930189"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pl-PL" sz="1800">
                <a:solidFill>
                  <a:schemeClr val="dk1"/>
                </a:solidFill>
                <a:latin typeface="Arial"/>
                <a:ea typeface="Arial"/>
                <a:cs typeface="Arial"/>
                <a:sym typeface="Arial"/>
              </a:rPr>
              <a:t>Moda</a:t>
            </a:r>
            <a:r>
              <a:rPr lang="pl-PL" sz="1800">
                <a:solidFill>
                  <a:schemeClr val="dk1"/>
                </a:solidFill>
                <a:latin typeface="Arial"/>
                <a:ea typeface="Arial"/>
                <a:cs typeface="Arial"/>
                <a:sym typeface="Arial"/>
              </a:rPr>
              <a:t> – najczęściej występująca wartość</a:t>
            </a:r>
            <a:endParaRPr/>
          </a:p>
          <a:p>
            <a:pPr indent="0" lvl="0" marL="0" marR="0" rtl="0" algn="l">
              <a:spcBef>
                <a:spcPts val="0"/>
              </a:spcBef>
              <a:spcAft>
                <a:spcPts val="0"/>
              </a:spcAft>
              <a:buNone/>
            </a:pPr>
            <a:r>
              <a:rPr b="1" lang="pl-PL" sz="1800">
                <a:solidFill>
                  <a:schemeClr val="dk1"/>
                </a:solidFill>
                <a:latin typeface="Arial"/>
                <a:ea typeface="Arial"/>
                <a:cs typeface="Arial"/>
                <a:sym typeface="Arial"/>
              </a:rPr>
              <a:t>Mediana</a:t>
            </a:r>
            <a:r>
              <a:rPr lang="pl-PL" sz="1800">
                <a:solidFill>
                  <a:schemeClr val="dk1"/>
                </a:solidFill>
                <a:latin typeface="Arial"/>
                <a:ea typeface="Arial"/>
                <a:cs typeface="Arial"/>
                <a:sym typeface="Arial"/>
              </a:rPr>
              <a:t> – wartość środkowa w uporządkowanym zbiorze danych</a:t>
            </a:r>
            <a:endParaRPr/>
          </a:p>
          <a:p>
            <a:pPr indent="0" lvl="0" marL="0" marR="0" rtl="0" algn="l">
              <a:spcBef>
                <a:spcPts val="0"/>
              </a:spcBef>
              <a:spcAft>
                <a:spcPts val="0"/>
              </a:spcAft>
              <a:buNone/>
            </a:pPr>
            <a:r>
              <a:rPr b="1" lang="pl-PL" sz="1800">
                <a:solidFill>
                  <a:schemeClr val="dk1"/>
                </a:solidFill>
                <a:latin typeface="Arial"/>
                <a:ea typeface="Arial"/>
                <a:cs typeface="Arial"/>
                <a:sym typeface="Arial"/>
              </a:rPr>
              <a:t>Średnia</a:t>
            </a:r>
            <a:r>
              <a:rPr lang="pl-PL" sz="1800">
                <a:solidFill>
                  <a:schemeClr val="dk1"/>
                </a:solidFill>
                <a:latin typeface="Arial"/>
                <a:ea typeface="Arial"/>
                <a:cs typeface="Arial"/>
                <a:sym typeface="Arial"/>
              </a:rPr>
              <a:t> - suma wszystkich wartości podzielona przez ich liczbę</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pic>
        <p:nvPicPr>
          <p:cNvPr id="479" name="Google Shape;479;g38b89f731a7_11_0"/>
          <p:cNvPicPr preferRelativeResize="0"/>
          <p:nvPr/>
        </p:nvPicPr>
        <p:blipFill>
          <a:blip r:embed="rId3">
            <a:alphaModFix/>
          </a:blip>
          <a:stretch>
            <a:fillRect/>
          </a:stretch>
        </p:blipFill>
        <p:spPr>
          <a:xfrm>
            <a:off x="2118950" y="182700"/>
            <a:ext cx="7718950" cy="582655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4" name="Shape 484"/>
        <p:cNvGrpSpPr/>
        <p:nvPr/>
      </p:nvGrpSpPr>
      <p:grpSpPr>
        <a:xfrm>
          <a:off x="0" y="0"/>
          <a:ext cx="0" cy="0"/>
          <a:chOff x="0" y="0"/>
          <a:chExt cx="0" cy="0"/>
        </a:xfrm>
      </p:grpSpPr>
      <p:sp>
        <p:nvSpPr>
          <p:cNvPr id="485" name="Google Shape;485;p3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chemeClr val="dk1"/>
              </a:buClr>
              <a:buSzPts val="4400"/>
              <a:buFont typeface="Play"/>
              <a:buNone/>
            </a:pPr>
            <a:r>
              <a:rPr lang="pl-PL"/>
              <a:t>Wartości odstające</a:t>
            </a:r>
            <a:endParaRPr/>
          </a:p>
        </p:txBody>
      </p:sp>
      <p:sp>
        <p:nvSpPr>
          <p:cNvPr id="486" name="Google Shape;486;p38"/>
          <p:cNvSpPr txBox="1"/>
          <p:nvPr>
            <p:ph idx="1" type="body"/>
          </p:nvPr>
        </p:nvSpPr>
        <p:spPr>
          <a:xfrm>
            <a:off x="209624" y="6070287"/>
            <a:ext cx="10153071" cy="617797"/>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2000"/>
              <a:buNone/>
            </a:pPr>
            <a:r>
              <a:rPr b="1" lang="pl-PL" sz="2000"/>
              <a:t>outlier</a:t>
            </a:r>
            <a:r>
              <a:rPr lang="pl-PL" sz="2000"/>
              <a:t> - obserwacja, która znacząco odstaje od reszty danych</a:t>
            </a:r>
            <a:endParaRPr/>
          </a:p>
          <a:p>
            <a:pPr indent="0" lvl="0" marL="0" rtl="0" algn="l">
              <a:lnSpc>
                <a:spcPct val="90000"/>
              </a:lnSpc>
              <a:spcBef>
                <a:spcPts val="1000"/>
              </a:spcBef>
              <a:spcAft>
                <a:spcPts val="0"/>
              </a:spcAft>
              <a:buClr>
                <a:schemeClr val="dk1"/>
              </a:buClr>
              <a:buSzPts val="2800"/>
              <a:buNone/>
            </a:pPr>
            <a:r>
              <a:t/>
            </a:r>
            <a:endParaRPr/>
          </a:p>
          <a:p>
            <a:pPr indent="0" lvl="0" marL="0" rtl="0" algn="l">
              <a:lnSpc>
                <a:spcPct val="90000"/>
              </a:lnSpc>
              <a:spcBef>
                <a:spcPts val="1000"/>
              </a:spcBef>
              <a:spcAft>
                <a:spcPts val="0"/>
              </a:spcAft>
              <a:buClr>
                <a:schemeClr val="dk1"/>
              </a:buClr>
              <a:buSzPts val="2800"/>
              <a:buNone/>
            </a:pPr>
            <a:r>
              <a:t/>
            </a:r>
            <a:endParaRPr/>
          </a:p>
        </p:txBody>
      </p:sp>
      <p:pic>
        <p:nvPicPr>
          <p:cNvPr descr="Outlier Analysis. Observations that go well outside the… | by Can Benli |  Medium" id="487" name="Google Shape;487;p38"/>
          <p:cNvPicPr preferRelativeResize="0"/>
          <p:nvPr/>
        </p:nvPicPr>
        <p:blipFill rotWithShape="1">
          <a:blip r:embed="rId3">
            <a:alphaModFix/>
          </a:blip>
          <a:srcRect b="0" l="0" r="0" t="0"/>
          <a:stretch/>
        </p:blipFill>
        <p:spPr>
          <a:xfrm>
            <a:off x="1856199" y="1401256"/>
            <a:ext cx="8186550" cy="4473822"/>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2" name="Shape 492"/>
        <p:cNvGrpSpPr/>
        <p:nvPr/>
      </p:nvGrpSpPr>
      <p:grpSpPr>
        <a:xfrm>
          <a:off x="0" y="0"/>
          <a:ext cx="0" cy="0"/>
          <a:chOff x="0" y="0"/>
          <a:chExt cx="0" cy="0"/>
        </a:xfrm>
      </p:grpSpPr>
      <p:pic>
        <p:nvPicPr>
          <p:cNvPr descr="0_oKdGBtBV6iJDookJ" id="493" name="Google Shape;493;p39"/>
          <p:cNvPicPr preferRelativeResize="0"/>
          <p:nvPr/>
        </p:nvPicPr>
        <p:blipFill rotWithShape="1">
          <a:blip r:embed="rId3">
            <a:alphaModFix/>
          </a:blip>
          <a:srcRect b="0" l="0" r="0" t="0"/>
          <a:stretch/>
        </p:blipFill>
        <p:spPr>
          <a:xfrm>
            <a:off x="1536705" y="691545"/>
            <a:ext cx="8834062" cy="4417031"/>
          </a:xfrm>
          <a:prstGeom prst="rect">
            <a:avLst/>
          </a:prstGeom>
          <a:noFill/>
          <a:ln>
            <a:noFill/>
          </a:ln>
        </p:spPr>
      </p:pic>
      <p:sp>
        <p:nvSpPr>
          <p:cNvPr id="494" name="Google Shape;494;p39"/>
          <p:cNvSpPr txBox="1"/>
          <p:nvPr/>
        </p:nvSpPr>
        <p:spPr>
          <a:xfrm>
            <a:off x="1724346" y="5635550"/>
            <a:ext cx="8743307" cy="70788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pl-PL" sz="2000">
                <a:solidFill>
                  <a:schemeClr val="dk1"/>
                </a:solidFill>
                <a:latin typeface="Arial"/>
                <a:ea typeface="Arial"/>
                <a:cs typeface="Arial"/>
                <a:sym typeface="Arial"/>
              </a:rPr>
              <a:t>1.5 * IQR</a:t>
            </a:r>
            <a:r>
              <a:rPr lang="pl-PL" sz="2000">
                <a:solidFill>
                  <a:schemeClr val="dk1"/>
                </a:solidFill>
                <a:latin typeface="Arial"/>
                <a:ea typeface="Arial"/>
                <a:cs typeface="Arial"/>
                <a:sym typeface="Arial"/>
              </a:rPr>
              <a:t> – to standardowy próg, najczęściej używany</a:t>
            </a:r>
            <a:endParaRPr/>
          </a:p>
          <a:p>
            <a:pPr indent="0" lvl="0" marL="0" marR="0" rtl="0" algn="l">
              <a:spcBef>
                <a:spcPts val="0"/>
              </a:spcBef>
              <a:spcAft>
                <a:spcPts val="0"/>
              </a:spcAft>
              <a:buNone/>
            </a:pPr>
            <a:r>
              <a:rPr b="1" lang="pl-PL" sz="2000">
                <a:solidFill>
                  <a:schemeClr val="dk1"/>
                </a:solidFill>
                <a:latin typeface="Arial"/>
                <a:ea typeface="Arial"/>
                <a:cs typeface="Arial"/>
                <a:sym typeface="Arial"/>
              </a:rPr>
              <a:t>3.0 * IQR</a:t>
            </a:r>
            <a:r>
              <a:rPr lang="pl-PL" sz="2000">
                <a:solidFill>
                  <a:schemeClr val="dk1"/>
                </a:solidFill>
                <a:latin typeface="Arial"/>
                <a:ea typeface="Arial"/>
                <a:cs typeface="Arial"/>
                <a:sym typeface="Arial"/>
              </a:rPr>
              <a:t> - to próg używany do wykrywania ekstremalnych outlierów</a:t>
            </a:r>
            <a:endParaRPr sz="2000">
              <a:solidFill>
                <a:schemeClr val="dk1"/>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4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chemeClr val="dk1"/>
              </a:buClr>
              <a:buSzPts val="4400"/>
              <a:buFont typeface="Play"/>
              <a:buNone/>
            </a:pPr>
            <a:r>
              <a:rPr lang="pl-PL"/>
              <a:t>Co zrobić z outlierami?</a:t>
            </a:r>
            <a:endParaRPr/>
          </a:p>
        </p:txBody>
      </p:sp>
      <p:sp>
        <p:nvSpPr>
          <p:cNvPr id="500" name="Google Shape;500;p40"/>
          <p:cNvSpPr/>
          <p:nvPr/>
        </p:nvSpPr>
        <p:spPr>
          <a:xfrm>
            <a:off x="277208" y="1666615"/>
            <a:ext cx="3678776" cy="2176272"/>
          </a:xfrm>
          <a:prstGeom prst="roundRect">
            <a:avLst>
              <a:gd fmla="val 16667" name="adj"/>
            </a:avLst>
          </a:prstGeom>
          <a:solidFill>
            <a:srgbClr val="D8D8D8"/>
          </a:solidFill>
          <a:ln cap="flat" cmpd="sng" w="19050">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Arial"/>
              <a:ea typeface="Arial"/>
              <a:cs typeface="Arial"/>
              <a:sym typeface="Arial"/>
            </a:endParaRPr>
          </a:p>
        </p:txBody>
      </p:sp>
      <p:sp>
        <p:nvSpPr>
          <p:cNvPr id="501" name="Google Shape;501;p40"/>
          <p:cNvSpPr/>
          <p:nvPr/>
        </p:nvSpPr>
        <p:spPr>
          <a:xfrm>
            <a:off x="8085222" y="1666615"/>
            <a:ext cx="3773103" cy="2176272"/>
          </a:xfrm>
          <a:prstGeom prst="roundRect">
            <a:avLst>
              <a:gd fmla="val 16667" name="adj"/>
            </a:avLst>
          </a:prstGeom>
          <a:solidFill>
            <a:srgbClr val="A5A5A5"/>
          </a:solidFill>
          <a:ln cap="flat" cmpd="sng" w="19050">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502" name="Google Shape;502;p40"/>
          <p:cNvSpPr/>
          <p:nvPr/>
        </p:nvSpPr>
        <p:spPr>
          <a:xfrm>
            <a:off x="1913503" y="4290622"/>
            <a:ext cx="4078224" cy="2176272"/>
          </a:xfrm>
          <a:prstGeom prst="roundRect">
            <a:avLst>
              <a:gd fmla="val 16667" name="adj"/>
            </a:avLst>
          </a:prstGeom>
          <a:solidFill>
            <a:srgbClr val="7F7F7F"/>
          </a:solidFill>
          <a:ln cap="flat" cmpd="sng" w="19050">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503" name="Google Shape;503;p40"/>
          <p:cNvSpPr/>
          <p:nvPr/>
        </p:nvSpPr>
        <p:spPr>
          <a:xfrm>
            <a:off x="6181023" y="4290622"/>
            <a:ext cx="4078224" cy="2176272"/>
          </a:xfrm>
          <a:prstGeom prst="roundRect">
            <a:avLst>
              <a:gd fmla="val 16667" name="adj"/>
            </a:avLst>
          </a:prstGeom>
          <a:solidFill>
            <a:srgbClr val="595959"/>
          </a:solidFill>
          <a:ln cap="flat" cmpd="sng" w="19050">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504" name="Google Shape;504;p40"/>
          <p:cNvSpPr/>
          <p:nvPr/>
        </p:nvSpPr>
        <p:spPr>
          <a:xfrm>
            <a:off x="4215866" y="1666615"/>
            <a:ext cx="3609474" cy="2176272"/>
          </a:xfrm>
          <a:prstGeom prst="roundRect">
            <a:avLst>
              <a:gd fmla="val 16667" name="adj"/>
            </a:avLst>
          </a:prstGeom>
          <a:solidFill>
            <a:srgbClr val="BFBFBF"/>
          </a:solidFill>
          <a:ln cap="flat" cmpd="sng" w="19050">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505" name="Google Shape;505;p40"/>
          <p:cNvSpPr txBox="1"/>
          <p:nvPr/>
        </p:nvSpPr>
        <p:spPr>
          <a:xfrm>
            <a:off x="4617900" y="2013175"/>
            <a:ext cx="2956200" cy="1200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pl-PL" sz="2400">
                <a:solidFill>
                  <a:schemeClr val="dk1"/>
                </a:solidFill>
                <a:latin typeface="Arial"/>
                <a:ea typeface="Arial"/>
                <a:cs typeface="Arial"/>
                <a:sym typeface="Arial"/>
              </a:rPr>
              <a:t>flooring</a:t>
            </a:r>
            <a:r>
              <a:rPr lang="pl-PL" sz="2400">
                <a:solidFill>
                  <a:schemeClr val="dk1"/>
                </a:solidFill>
                <a:latin typeface="Arial"/>
                <a:ea typeface="Arial"/>
                <a:cs typeface="Arial"/>
                <a:sym typeface="Arial"/>
              </a:rPr>
              <a:t> – ograniczyć wartość poniżej progu</a:t>
            </a:r>
            <a:endParaRPr/>
          </a:p>
        </p:txBody>
      </p:sp>
      <p:sp>
        <p:nvSpPr>
          <p:cNvPr id="506" name="Google Shape;506;p40"/>
          <p:cNvSpPr txBox="1"/>
          <p:nvPr/>
        </p:nvSpPr>
        <p:spPr>
          <a:xfrm>
            <a:off x="8412100" y="2013175"/>
            <a:ext cx="2965500" cy="1569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pl-PL" sz="2400">
                <a:solidFill>
                  <a:schemeClr val="dk1"/>
                </a:solidFill>
                <a:latin typeface="Arial"/>
                <a:ea typeface="Arial"/>
                <a:cs typeface="Arial"/>
                <a:sym typeface="Arial"/>
              </a:rPr>
              <a:t>capping</a:t>
            </a:r>
            <a:r>
              <a:rPr lang="pl-PL" sz="2400">
                <a:solidFill>
                  <a:schemeClr val="dk1"/>
                </a:solidFill>
                <a:latin typeface="Arial"/>
                <a:ea typeface="Arial"/>
                <a:cs typeface="Arial"/>
                <a:sym typeface="Arial"/>
              </a:rPr>
              <a:t> – ograniczyć wartość powyżej górnego progu</a:t>
            </a:r>
            <a:endParaRPr/>
          </a:p>
        </p:txBody>
      </p:sp>
      <p:sp>
        <p:nvSpPr>
          <p:cNvPr id="507" name="Google Shape;507;p40"/>
          <p:cNvSpPr txBox="1"/>
          <p:nvPr/>
        </p:nvSpPr>
        <p:spPr>
          <a:xfrm>
            <a:off x="2252720" y="4738355"/>
            <a:ext cx="3399789" cy="120032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pl-PL" sz="2400">
                <a:solidFill>
                  <a:schemeClr val="dk1"/>
                </a:solidFill>
                <a:latin typeface="Arial"/>
                <a:ea typeface="Arial"/>
                <a:cs typeface="Arial"/>
                <a:sym typeface="Arial"/>
              </a:rPr>
              <a:t>przekształcić</a:t>
            </a:r>
            <a:r>
              <a:rPr lang="pl-PL" sz="2400">
                <a:solidFill>
                  <a:schemeClr val="dk1"/>
                </a:solidFill>
                <a:latin typeface="Arial"/>
                <a:ea typeface="Arial"/>
                <a:cs typeface="Arial"/>
                <a:sym typeface="Arial"/>
              </a:rPr>
              <a:t> – aby lepiej dopasować dane do skali </a:t>
            </a:r>
            <a:endParaRPr/>
          </a:p>
        </p:txBody>
      </p:sp>
      <p:sp>
        <p:nvSpPr>
          <p:cNvPr id="508" name="Google Shape;508;p40"/>
          <p:cNvSpPr txBox="1"/>
          <p:nvPr/>
        </p:nvSpPr>
        <p:spPr>
          <a:xfrm>
            <a:off x="6560421" y="4738354"/>
            <a:ext cx="3378859" cy="120032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pl-PL" sz="2400">
                <a:solidFill>
                  <a:schemeClr val="dk1"/>
                </a:solidFill>
                <a:latin typeface="Arial"/>
                <a:ea typeface="Arial"/>
                <a:cs typeface="Arial"/>
                <a:sym typeface="Arial"/>
              </a:rPr>
              <a:t>zastąpić</a:t>
            </a:r>
            <a:r>
              <a:rPr lang="pl-PL" sz="2400">
                <a:solidFill>
                  <a:schemeClr val="dk1"/>
                </a:solidFill>
                <a:latin typeface="Arial"/>
                <a:ea typeface="Arial"/>
                <a:cs typeface="Arial"/>
                <a:sym typeface="Arial"/>
              </a:rPr>
              <a:t> – medianą lub średnią, kiedy dane są błędne</a:t>
            </a:r>
            <a:endParaRPr/>
          </a:p>
        </p:txBody>
      </p:sp>
      <p:sp>
        <p:nvSpPr>
          <p:cNvPr id="509" name="Google Shape;509;p40"/>
          <p:cNvSpPr txBox="1"/>
          <p:nvPr/>
        </p:nvSpPr>
        <p:spPr>
          <a:xfrm>
            <a:off x="606755" y="2138423"/>
            <a:ext cx="2613496" cy="120032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pl-PL" sz="2400">
                <a:solidFill>
                  <a:schemeClr val="dk1"/>
                </a:solidFill>
                <a:latin typeface="Arial"/>
                <a:ea typeface="Arial"/>
                <a:cs typeface="Arial"/>
                <a:sym typeface="Arial"/>
              </a:rPr>
              <a:t>zostawić</a:t>
            </a:r>
            <a:r>
              <a:rPr lang="pl-PL" sz="2400">
                <a:solidFill>
                  <a:schemeClr val="dk1"/>
                </a:solidFill>
                <a:latin typeface="Arial"/>
                <a:ea typeface="Arial"/>
                <a:cs typeface="Arial"/>
                <a:sym typeface="Arial"/>
              </a:rPr>
              <a:t> - jeśli są prawdziwe i istotne</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3" name="Shape 513"/>
        <p:cNvGrpSpPr/>
        <p:nvPr/>
      </p:nvGrpSpPr>
      <p:grpSpPr>
        <a:xfrm>
          <a:off x="0" y="0"/>
          <a:ext cx="0" cy="0"/>
          <a:chOff x="0" y="0"/>
          <a:chExt cx="0" cy="0"/>
        </a:xfrm>
      </p:grpSpPr>
      <p:sp>
        <p:nvSpPr>
          <p:cNvPr id="514" name="Google Shape;514;p4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chemeClr val="dk1"/>
              </a:buClr>
              <a:buSzPts val="4400"/>
              <a:buFont typeface="Play"/>
              <a:buNone/>
            </a:pPr>
            <a:r>
              <a:rPr lang="pl-PL"/>
              <a:t>Uwaga! Niezbalansowane dane!</a:t>
            </a:r>
            <a:endParaRPr/>
          </a:p>
        </p:txBody>
      </p:sp>
      <p:pic>
        <p:nvPicPr>
          <p:cNvPr descr="Ostrożny Wykrzyknik Grafika Wektorowa, Clipartów i Ilustracji - 123RF" id="515" name="Google Shape;515;p41"/>
          <p:cNvPicPr preferRelativeResize="0"/>
          <p:nvPr/>
        </p:nvPicPr>
        <p:blipFill rotWithShape="1">
          <a:blip r:embed="rId3">
            <a:alphaModFix/>
          </a:blip>
          <a:srcRect b="0" l="0" r="0" t="0"/>
          <a:stretch/>
        </p:blipFill>
        <p:spPr>
          <a:xfrm>
            <a:off x="4024592" y="1690688"/>
            <a:ext cx="4286250" cy="4286250"/>
          </a:xfrm>
          <a:prstGeom prst="rect">
            <a:avLst/>
          </a:prstGeom>
          <a:noFill/>
          <a:ln>
            <a:noFill/>
          </a:ln>
        </p:spPr>
      </p:pic>
      <p:sp>
        <p:nvSpPr>
          <p:cNvPr id="516" name="Google Shape;516;p41"/>
          <p:cNvSpPr/>
          <p:nvPr/>
        </p:nvSpPr>
        <p:spPr>
          <a:xfrm>
            <a:off x="7803777" y="2059378"/>
            <a:ext cx="2169459" cy="1376082"/>
          </a:xfrm>
          <a:prstGeom prst="ellipse">
            <a:avLst/>
          </a:prstGeom>
          <a:solidFill>
            <a:srgbClr val="B8D0C6"/>
          </a:solidFill>
          <a:ln cap="flat" cmpd="sng" w="19050">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517" name="Google Shape;517;p41"/>
          <p:cNvSpPr/>
          <p:nvPr/>
        </p:nvSpPr>
        <p:spPr>
          <a:xfrm>
            <a:off x="2332785" y="2141460"/>
            <a:ext cx="2169459" cy="1376082"/>
          </a:xfrm>
          <a:prstGeom prst="ellipse">
            <a:avLst/>
          </a:prstGeom>
          <a:solidFill>
            <a:srgbClr val="ACCFEE"/>
          </a:solidFill>
          <a:ln cap="flat" cmpd="sng" w="19050">
            <a:solidFill>
              <a:schemeClr val="lt2"/>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518" name="Google Shape;518;p41"/>
          <p:cNvSpPr/>
          <p:nvPr/>
        </p:nvSpPr>
        <p:spPr>
          <a:xfrm>
            <a:off x="703729" y="3797690"/>
            <a:ext cx="2169459" cy="1376082"/>
          </a:xfrm>
          <a:prstGeom prst="ellipse">
            <a:avLst/>
          </a:prstGeom>
          <a:solidFill>
            <a:srgbClr val="E1A7B5"/>
          </a:solidFill>
          <a:ln cap="flat" cmpd="sng" w="19050">
            <a:solidFill>
              <a:schemeClr val="lt2"/>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519" name="Google Shape;519;p41"/>
          <p:cNvSpPr txBox="1"/>
          <p:nvPr/>
        </p:nvSpPr>
        <p:spPr>
          <a:xfrm>
            <a:off x="8030414" y="2285754"/>
            <a:ext cx="1676400" cy="92333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pl-PL" sz="1800">
                <a:solidFill>
                  <a:schemeClr val="dk1"/>
                </a:solidFill>
                <a:latin typeface="Arial"/>
                <a:ea typeface="Arial"/>
                <a:cs typeface="Arial"/>
                <a:sym typeface="Arial"/>
              </a:rPr>
              <a:t>ignorowanie mniej licznej klasy</a:t>
            </a:r>
            <a:endParaRPr/>
          </a:p>
        </p:txBody>
      </p:sp>
      <p:sp>
        <p:nvSpPr>
          <p:cNvPr id="520" name="Google Shape;520;p41"/>
          <p:cNvSpPr txBox="1"/>
          <p:nvPr/>
        </p:nvSpPr>
        <p:spPr>
          <a:xfrm>
            <a:off x="2617694" y="2345406"/>
            <a:ext cx="1613647" cy="92333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pl-PL" sz="1800">
                <a:solidFill>
                  <a:schemeClr val="dk1"/>
                </a:solidFill>
                <a:latin typeface="Arial"/>
                <a:ea typeface="Arial"/>
                <a:cs typeface="Arial"/>
                <a:sym typeface="Arial"/>
              </a:rPr>
              <a:t>accuracy</a:t>
            </a:r>
            <a:r>
              <a:rPr lang="pl-PL" sz="1800">
                <a:solidFill>
                  <a:schemeClr val="dk1"/>
                </a:solidFill>
                <a:latin typeface="Arial"/>
                <a:ea typeface="Arial"/>
                <a:cs typeface="Arial"/>
                <a:sym typeface="Arial"/>
              </a:rPr>
              <a:t> staje się mniej istotne</a:t>
            </a:r>
            <a:endParaRPr/>
          </a:p>
        </p:txBody>
      </p:sp>
      <p:sp>
        <p:nvSpPr>
          <p:cNvPr id="521" name="Google Shape;521;p41"/>
          <p:cNvSpPr txBox="1"/>
          <p:nvPr/>
        </p:nvSpPr>
        <p:spPr>
          <a:xfrm>
            <a:off x="1021976" y="4024066"/>
            <a:ext cx="1595718" cy="92333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pl-PL" sz="1800">
                <a:solidFill>
                  <a:schemeClr val="dk1"/>
                </a:solidFill>
                <a:latin typeface="Arial"/>
                <a:ea typeface="Arial"/>
                <a:cs typeface="Arial"/>
                <a:sym typeface="Arial"/>
              </a:rPr>
              <a:t>faworyzacja bardziej licznej klasy</a:t>
            </a:r>
            <a:endParaRPr/>
          </a:p>
        </p:txBody>
      </p:sp>
      <p:sp>
        <p:nvSpPr>
          <p:cNvPr id="522" name="Google Shape;522;p41"/>
          <p:cNvSpPr txBox="1"/>
          <p:nvPr/>
        </p:nvSpPr>
        <p:spPr>
          <a:xfrm>
            <a:off x="1550894" y="5667838"/>
            <a:ext cx="9090211" cy="3693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pl-PL" sz="1800">
                <a:solidFill>
                  <a:schemeClr val="dk1"/>
                </a:solidFill>
                <a:latin typeface="Arial"/>
                <a:ea typeface="Arial"/>
                <a:cs typeface="Arial"/>
                <a:sym typeface="Arial"/>
              </a:rPr>
              <a:t>Czy brak balansu zawsze jest zły?</a:t>
            </a:r>
            <a:endParaRPr/>
          </a:p>
        </p:txBody>
      </p:sp>
      <p:sp>
        <p:nvSpPr>
          <p:cNvPr id="523" name="Google Shape;523;p41"/>
          <p:cNvSpPr/>
          <p:nvPr/>
        </p:nvSpPr>
        <p:spPr>
          <a:xfrm>
            <a:off x="9193304" y="3808502"/>
            <a:ext cx="2169459" cy="1376082"/>
          </a:xfrm>
          <a:prstGeom prst="ellipse">
            <a:avLst/>
          </a:prstGeom>
          <a:solidFill>
            <a:srgbClr val="E2CCAC"/>
          </a:solidFill>
          <a:ln cap="flat" cmpd="sng" w="19050">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524" name="Google Shape;524;p41"/>
          <p:cNvSpPr txBox="1"/>
          <p:nvPr/>
        </p:nvSpPr>
        <p:spPr>
          <a:xfrm>
            <a:off x="9462246" y="4160384"/>
            <a:ext cx="1676400"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pl-PL" sz="1800">
                <a:solidFill>
                  <a:schemeClr val="dk1"/>
                </a:solidFill>
                <a:latin typeface="Arial"/>
                <a:ea typeface="Arial"/>
                <a:cs typeface="Arial"/>
                <a:sym typeface="Arial"/>
              </a:rPr>
              <a:t>niedokładne testowanie</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8" name="Shape 528"/>
        <p:cNvGrpSpPr/>
        <p:nvPr/>
      </p:nvGrpSpPr>
      <p:grpSpPr>
        <a:xfrm>
          <a:off x="0" y="0"/>
          <a:ext cx="0" cy="0"/>
          <a:chOff x="0" y="0"/>
          <a:chExt cx="0" cy="0"/>
        </a:xfrm>
      </p:grpSpPr>
      <p:pic>
        <p:nvPicPr>
          <p:cNvPr descr="Ragdoll - opis i charakterystyka rasy | Purina" id="529" name="Google Shape;529;p42"/>
          <p:cNvPicPr preferRelativeResize="0"/>
          <p:nvPr/>
        </p:nvPicPr>
        <p:blipFill rotWithShape="1">
          <a:blip r:embed="rId3">
            <a:alphaModFix/>
          </a:blip>
          <a:srcRect b="6762" l="11918" r="7198" t="0"/>
          <a:stretch/>
        </p:blipFill>
        <p:spPr>
          <a:xfrm>
            <a:off x="245675" y="167339"/>
            <a:ext cx="3363402" cy="2972452"/>
          </a:xfrm>
          <a:prstGeom prst="rect">
            <a:avLst/>
          </a:prstGeom>
          <a:noFill/>
          <a:ln>
            <a:noFill/>
          </a:ln>
        </p:spPr>
      </p:pic>
      <p:pic>
        <p:nvPicPr>
          <p:cNvPr descr="2+ Million Dog White Background Royalty-Free Images, Stock Photos &amp;  Pictures | Shutterstock" id="530" name="Google Shape;530;p42"/>
          <p:cNvPicPr preferRelativeResize="0"/>
          <p:nvPr/>
        </p:nvPicPr>
        <p:blipFill rotWithShape="1">
          <a:blip r:embed="rId4">
            <a:alphaModFix/>
          </a:blip>
          <a:srcRect b="0" l="22151" r="26599" t="0"/>
          <a:stretch/>
        </p:blipFill>
        <p:spPr>
          <a:xfrm>
            <a:off x="373712" y="3418825"/>
            <a:ext cx="1940118" cy="3091614"/>
          </a:xfrm>
          <a:prstGeom prst="rect">
            <a:avLst/>
          </a:prstGeom>
          <a:noFill/>
          <a:ln>
            <a:noFill/>
          </a:ln>
        </p:spPr>
      </p:pic>
      <p:sp>
        <p:nvSpPr>
          <p:cNvPr id="531" name="Google Shape;531;p42"/>
          <p:cNvSpPr txBox="1"/>
          <p:nvPr/>
        </p:nvSpPr>
        <p:spPr>
          <a:xfrm>
            <a:off x="2755246" y="1183642"/>
            <a:ext cx="1908313"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2400">
                <a:solidFill>
                  <a:schemeClr val="dk1"/>
                </a:solidFill>
                <a:latin typeface="Arial"/>
                <a:ea typeface="Arial"/>
                <a:cs typeface="Arial"/>
                <a:sym typeface="Arial"/>
              </a:rPr>
              <a:t>95 kotków</a:t>
            </a:r>
            <a:endParaRPr/>
          </a:p>
        </p:txBody>
      </p:sp>
      <p:sp>
        <p:nvSpPr>
          <p:cNvPr id="532" name="Google Shape;532;p42"/>
          <p:cNvSpPr txBox="1"/>
          <p:nvPr/>
        </p:nvSpPr>
        <p:spPr>
          <a:xfrm>
            <a:off x="2755246" y="4829216"/>
            <a:ext cx="166778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2400">
                <a:solidFill>
                  <a:schemeClr val="dk1"/>
                </a:solidFill>
                <a:latin typeface="Arial"/>
                <a:ea typeface="Arial"/>
                <a:cs typeface="Arial"/>
                <a:sym typeface="Arial"/>
              </a:rPr>
              <a:t>5 piesków</a:t>
            </a:r>
            <a:endParaRPr/>
          </a:p>
        </p:txBody>
      </p:sp>
      <p:sp>
        <p:nvSpPr>
          <p:cNvPr id="533" name="Google Shape;533;p42"/>
          <p:cNvSpPr txBox="1"/>
          <p:nvPr/>
        </p:nvSpPr>
        <p:spPr>
          <a:xfrm>
            <a:off x="5653378" y="2241074"/>
            <a:ext cx="5780598"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Model dostaje 95 zdjęć kotków i 5 piesków, ale…</a:t>
            </a:r>
            <a:endParaRPr/>
          </a:p>
          <a:p>
            <a:pPr indent="0" lvl="0" marL="0" marR="0" rtl="0" algn="l">
              <a:spcBef>
                <a:spcPts val="0"/>
              </a:spcBef>
              <a:spcAft>
                <a:spcPts val="0"/>
              </a:spcAft>
              <a:buNone/>
            </a:pPr>
            <a:r>
              <a:t/>
            </a:r>
            <a:endParaRPr sz="1800">
              <a:solidFill>
                <a:schemeClr val="dk1"/>
              </a:solidFill>
              <a:latin typeface="Arial"/>
              <a:ea typeface="Arial"/>
              <a:cs typeface="Arial"/>
              <a:sym typeface="Arial"/>
            </a:endParaRPr>
          </a:p>
          <a:p>
            <a:pPr indent="0" lvl="0" marL="0" marR="0" rtl="0" algn="l">
              <a:spcBef>
                <a:spcPts val="0"/>
              </a:spcBef>
              <a:spcAft>
                <a:spcPts val="0"/>
              </a:spcAft>
              <a:buNone/>
            </a:pPr>
            <a:r>
              <a:rPr lang="pl-PL" sz="1800">
                <a:solidFill>
                  <a:schemeClr val="dk1"/>
                </a:solidFill>
                <a:latin typeface="Arial"/>
                <a:ea typeface="Arial"/>
                <a:cs typeface="Arial"/>
                <a:sym typeface="Arial"/>
              </a:rPr>
              <a:t>Przewiduje, że </a:t>
            </a:r>
            <a:r>
              <a:rPr b="1" lang="pl-PL" sz="1800">
                <a:solidFill>
                  <a:schemeClr val="dk1"/>
                </a:solidFill>
                <a:latin typeface="Arial"/>
                <a:ea typeface="Arial"/>
                <a:cs typeface="Arial"/>
                <a:sym typeface="Arial"/>
              </a:rPr>
              <a:t>wszystkie to kotki!</a:t>
            </a:r>
            <a:endParaRPr sz="1800">
              <a:solidFill>
                <a:schemeClr val="dk1"/>
              </a:solidFill>
              <a:latin typeface="Arial"/>
              <a:ea typeface="Arial"/>
              <a:cs typeface="Arial"/>
              <a:sym typeface="Arial"/>
            </a:endParaRPr>
          </a:p>
        </p:txBody>
      </p:sp>
      <p:sp>
        <p:nvSpPr>
          <p:cNvPr id="534" name="Google Shape;534;p42"/>
          <p:cNvSpPr txBox="1"/>
          <p:nvPr/>
        </p:nvSpPr>
        <p:spPr>
          <a:xfrm>
            <a:off x="4663559" y="3693597"/>
            <a:ext cx="7164124"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pl-PL" sz="1800">
                <a:solidFill>
                  <a:schemeClr val="dk1"/>
                </a:solidFill>
                <a:latin typeface="Arial"/>
                <a:ea typeface="Arial"/>
                <a:cs typeface="Arial"/>
                <a:sym typeface="Arial"/>
              </a:rPr>
              <a:t>Accuracy = 95%</a:t>
            </a:r>
            <a:r>
              <a:rPr lang="pl-PL" sz="1800">
                <a:solidFill>
                  <a:schemeClr val="dk1"/>
                </a:solidFill>
                <a:latin typeface="Arial"/>
                <a:ea typeface="Arial"/>
                <a:cs typeface="Arial"/>
                <a:sym typeface="Arial"/>
              </a:rPr>
              <a:t>, ale... </a:t>
            </a:r>
            <a:r>
              <a:rPr b="1" lang="pl-PL" sz="1800">
                <a:solidFill>
                  <a:schemeClr val="dk1"/>
                </a:solidFill>
                <a:latin typeface="Arial"/>
                <a:ea typeface="Arial"/>
                <a:cs typeface="Arial"/>
                <a:sym typeface="Arial"/>
              </a:rPr>
              <a:t>model nie rozpoznaje żadnego pieska!</a:t>
            </a:r>
            <a:endParaRPr sz="1800">
              <a:solidFill>
                <a:schemeClr val="dk1"/>
              </a:solidFill>
              <a:latin typeface="Arial"/>
              <a:ea typeface="Arial"/>
              <a:cs typeface="Arial"/>
              <a:sym typeface="Arial"/>
            </a:endParaRPr>
          </a:p>
        </p:txBody>
      </p:sp>
      <p:pic>
        <p:nvPicPr>
          <p:cNvPr id="535" name="Google Shape;535;p42"/>
          <p:cNvPicPr preferRelativeResize="0"/>
          <p:nvPr/>
        </p:nvPicPr>
        <p:blipFill>
          <a:blip r:embed="rId5">
            <a:alphaModFix/>
          </a:blip>
          <a:stretch>
            <a:fillRect/>
          </a:stretch>
        </p:blipFill>
        <p:spPr>
          <a:xfrm>
            <a:off x="4423026" y="2241075"/>
            <a:ext cx="1122850" cy="112285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0" name="Shape 540"/>
        <p:cNvGrpSpPr/>
        <p:nvPr/>
      </p:nvGrpSpPr>
      <p:grpSpPr>
        <a:xfrm>
          <a:off x="0" y="0"/>
          <a:ext cx="0" cy="0"/>
          <a:chOff x="0" y="0"/>
          <a:chExt cx="0" cy="0"/>
        </a:xfrm>
      </p:grpSpPr>
      <p:pic>
        <p:nvPicPr>
          <p:cNvPr id="541" name="Google Shape;541;g38b89f731a7_9_213"/>
          <p:cNvPicPr preferRelativeResize="0"/>
          <p:nvPr/>
        </p:nvPicPr>
        <p:blipFill>
          <a:blip r:embed="rId3">
            <a:alphaModFix/>
          </a:blip>
          <a:stretch>
            <a:fillRect/>
          </a:stretch>
        </p:blipFill>
        <p:spPr>
          <a:xfrm>
            <a:off x="92250" y="370675"/>
            <a:ext cx="11887200" cy="5117440"/>
          </a:xfrm>
          <a:prstGeom prst="rect">
            <a:avLst/>
          </a:prstGeom>
          <a:noFill/>
          <a:ln>
            <a:noFill/>
          </a:ln>
        </p:spPr>
      </p:pic>
      <p:pic>
        <p:nvPicPr>
          <p:cNvPr id="542" name="Google Shape;542;g38b89f731a7_9_213"/>
          <p:cNvPicPr preferRelativeResize="0"/>
          <p:nvPr/>
        </p:nvPicPr>
        <p:blipFill>
          <a:blip r:embed="rId4">
            <a:alphaModFix/>
          </a:blip>
          <a:stretch>
            <a:fillRect/>
          </a:stretch>
        </p:blipFill>
        <p:spPr>
          <a:xfrm>
            <a:off x="6267198" y="5289400"/>
            <a:ext cx="4932201" cy="1440875"/>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pic>
        <p:nvPicPr>
          <p:cNvPr descr="Imbalanced data preprocessing techniques for machine learning: a systematic  mapping study | Knowledge and Information Systems" id="547" name="Google Shape;547;p43"/>
          <p:cNvPicPr preferRelativeResize="0"/>
          <p:nvPr/>
        </p:nvPicPr>
        <p:blipFill rotWithShape="1">
          <a:blip r:embed="rId3">
            <a:alphaModFix/>
          </a:blip>
          <a:srcRect b="0" l="0" r="0" t="0"/>
          <a:stretch/>
        </p:blipFill>
        <p:spPr>
          <a:xfrm>
            <a:off x="2024161" y="704208"/>
            <a:ext cx="8143678" cy="5230976"/>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52" name="Shape 552"/>
        <p:cNvGrpSpPr/>
        <p:nvPr/>
      </p:nvGrpSpPr>
      <p:grpSpPr>
        <a:xfrm>
          <a:off x="0" y="0"/>
          <a:ext cx="0" cy="0"/>
          <a:chOff x="0" y="0"/>
          <a:chExt cx="0" cy="0"/>
        </a:xfrm>
      </p:grpSpPr>
      <p:pic>
        <p:nvPicPr>
          <p:cNvPr descr="Obraz zawierający tekst, zrzut ekranu, diagram, Prostokąt&#10;&#10;Zawartość wygenerowana przez AI może być niepoprawna." id="553" name="Google Shape;553;p44"/>
          <p:cNvPicPr preferRelativeResize="0"/>
          <p:nvPr/>
        </p:nvPicPr>
        <p:blipFill rotWithShape="1">
          <a:blip r:embed="rId3">
            <a:alphaModFix/>
          </a:blip>
          <a:srcRect b="0" l="0" r="0" t="0"/>
          <a:stretch/>
        </p:blipFill>
        <p:spPr>
          <a:xfrm>
            <a:off x="563954" y="1258934"/>
            <a:ext cx="5291666" cy="3783541"/>
          </a:xfrm>
          <a:prstGeom prst="rect">
            <a:avLst/>
          </a:prstGeom>
          <a:noFill/>
          <a:ln>
            <a:noFill/>
          </a:ln>
        </p:spPr>
      </p:pic>
      <p:pic>
        <p:nvPicPr>
          <p:cNvPr descr="Obraz zawierający tekst, zrzut ekranu, diagram, Wykres&#10;&#10;Zawartość wygenerowana przez AI może być niepoprawna." id="554" name="Google Shape;554;p44"/>
          <p:cNvPicPr preferRelativeResize="0"/>
          <p:nvPr/>
        </p:nvPicPr>
        <p:blipFill rotWithShape="1">
          <a:blip r:embed="rId4">
            <a:alphaModFix/>
          </a:blip>
          <a:srcRect b="0" l="0" r="0" t="0"/>
          <a:stretch/>
        </p:blipFill>
        <p:spPr>
          <a:xfrm>
            <a:off x="6177352" y="1272163"/>
            <a:ext cx="5291667" cy="3757083"/>
          </a:xfrm>
          <a:prstGeom prst="rect">
            <a:avLst/>
          </a:prstGeom>
          <a:noFill/>
          <a:ln>
            <a:noFill/>
          </a:ln>
        </p:spPr>
      </p:pic>
      <p:sp>
        <p:nvSpPr>
          <p:cNvPr id="555" name="Google Shape;555;p44"/>
          <p:cNvSpPr txBox="1"/>
          <p:nvPr/>
        </p:nvSpPr>
        <p:spPr>
          <a:xfrm>
            <a:off x="2152151" y="5414397"/>
            <a:ext cx="2570923"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1 zmienna kategoryczna</a:t>
            </a:r>
            <a:endParaRPr/>
          </a:p>
        </p:txBody>
      </p:sp>
      <p:sp>
        <p:nvSpPr>
          <p:cNvPr id="556" name="Google Shape;556;p44"/>
          <p:cNvSpPr txBox="1"/>
          <p:nvPr/>
        </p:nvSpPr>
        <p:spPr>
          <a:xfrm>
            <a:off x="7706803" y="5275898"/>
            <a:ext cx="2900238"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Kilka zmiennych na jednym wykresie słupkowym!</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0" name="Shape 560"/>
        <p:cNvGrpSpPr/>
        <p:nvPr/>
      </p:nvGrpSpPr>
      <p:grpSpPr>
        <a:xfrm>
          <a:off x="0" y="0"/>
          <a:ext cx="0" cy="0"/>
          <a:chOff x="0" y="0"/>
          <a:chExt cx="0" cy="0"/>
        </a:xfrm>
      </p:grpSpPr>
      <p:sp>
        <p:nvSpPr>
          <p:cNvPr id="561" name="Google Shape;561;p4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pl-PL"/>
              <a:t>Zmienna nie jest sama – czyli o zależnościach</a:t>
            </a:r>
            <a:endParaRPr/>
          </a:p>
        </p:txBody>
      </p:sp>
      <p:pic>
        <p:nvPicPr>
          <p:cNvPr descr="Exploring Correlation in Python - GeeksforGeeks" id="562" name="Google Shape;562;p45"/>
          <p:cNvPicPr preferRelativeResize="0"/>
          <p:nvPr/>
        </p:nvPicPr>
        <p:blipFill rotWithShape="1">
          <a:blip r:embed="rId3">
            <a:alphaModFix/>
          </a:blip>
          <a:srcRect b="0" l="0" r="0" t="0"/>
          <a:stretch/>
        </p:blipFill>
        <p:spPr>
          <a:xfrm>
            <a:off x="314264" y="1690688"/>
            <a:ext cx="6651756" cy="4116756"/>
          </a:xfrm>
          <a:prstGeom prst="rect">
            <a:avLst/>
          </a:prstGeom>
          <a:noFill/>
          <a:ln>
            <a:noFill/>
          </a:ln>
        </p:spPr>
      </p:pic>
      <p:pic>
        <p:nvPicPr>
          <p:cNvPr descr="Correlation in machine learning — All you need to know | by Abdallah Ashraf  | Medium" id="563" name="Google Shape;563;p45"/>
          <p:cNvPicPr preferRelativeResize="0"/>
          <p:nvPr/>
        </p:nvPicPr>
        <p:blipFill rotWithShape="1">
          <a:blip r:embed="rId4">
            <a:alphaModFix/>
          </a:blip>
          <a:srcRect b="0" l="2792" r="19606" t="0"/>
          <a:stretch/>
        </p:blipFill>
        <p:spPr>
          <a:xfrm>
            <a:off x="6839000" y="2252311"/>
            <a:ext cx="4836606" cy="3206706"/>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67" name="Shape 567"/>
        <p:cNvGrpSpPr/>
        <p:nvPr/>
      </p:nvGrpSpPr>
      <p:grpSpPr>
        <a:xfrm>
          <a:off x="0" y="0"/>
          <a:ext cx="0" cy="0"/>
          <a:chOff x="0" y="0"/>
          <a:chExt cx="0" cy="0"/>
        </a:xfrm>
      </p:grpSpPr>
      <p:pic>
        <p:nvPicPr>
          <p:cNvPr descr="Obraz zawierający zrzut ekranu, tekst&#10;&#10;Zawartość wygenerowana przez AI może być niepoprawna." id="568" name="Google Shape;568;p46"/>
          <p:cNvPicPr preferRelativeResize="0"/>
          <p:nvPr/>
        </p:nvPicPr>
        <p:blipFill rotWithShape="1">
          <a:blip r:embed="rId3">
            <a:alphaModFix/>
          </a:blip>
          <a:srcRect b="0" l="0" r="0" t="0"/>
          <a:stretch/>
        </p:blipFill>
        <p:spPr>
          <a:xfrm>
            <a:off x="5946988" y="1125165"/>
            <a:ext cx="5291666" cy="3876145"/>
          </a:xfrm>
          <a:prstGeom prst="rect">
            <a:avLst/>
          </a:prstGeom>
          <a:noFill/>
          <a:ln>
            <a:noFill/>
          </a:ln>
        </p:spPr>
      </p:pic>
      <p:pic>
        <p:nvPicPr>
          <p:cNvPr descr="Obraz zawierający zrzut ekranu, tekst, Czcionka, linia&#10;&#10;Zawartość wygenerowana przez AI może być niepoprawna." id="569" name="Google Shape;569;p46"/>
          <p:cNvPicPr preferRelativeResize="0"/>
          <p:nvPr/>
        </p:nvPicPr>
        <p:blipFill rotWithShape="1">
          <a:blip r:embed="rId4">
            <a:alphaModFix/>
          </a:blip>
          <a:srcRect b="0" l="0" r="0" t="0"/>
          <a:stretch/>
        </p:blipFill>
        <p:spPr>
          <a:xfrm>
            <a:off x="317240" y="1310374"/>
            <a:ext cx="5291667" cy="3505729"/>
          </a:xfrm>
          <a:prstGeom prst="rect">
            <a:avLst/>
          </a:prstGeom>
          <a:noFill/>
          <a:ln>
            <a:noFill/>
          </a:ln>
        </p:spPr>
      </p:pic>
      <p:sp>
        <p:nvSpPr>
          <p:cNvPr id="570" name="Google Shape;570;p46"/>
          <p:cNvSpPr txBox="1"/>
          <p:nvPr/>
        </p:nvSpPr>
        <p:spPr>
          <a:xfrm>
            <a:off x="7307248" y="5224007"/>
            <a:ext cx="3578087"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Dawanie kilku zmiennych na wykresie daje ciekawe rezultaty :)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5" name="Shape 575"/>
        <p:cNvGrpSpPr/>
        <p:nvPr/>
      </p:nvGrpSpPr>
      <p:grpSpPr>
        <a:xfrm>
          <a:off x="0" y="0"/>
          <a:ext cx="0" cy="0"/>
          <a:chOff x="0" y="0"/>
          <a:chExt cx="0" cy="0"/>
        </a:xfrm>
      </p:grpSpPr>
      <p:pic>
        <p:nvPicPr>
          <p:cNvPr id="576" name="Google Shape;576;p47"/>
          <p:cNvPicPr preferRelativeResize="0"/>
          <p:nvPr/>
        </p:nvPicPr>
        <p:blipFill rotWithShape="1">
          <a:blip r:embed="rId3">
            <a:alphaModFix/>
          </a:blip>
          <a:srcRect b="0" l="0" r="0" t="0"/>
          <a:stretch/>
        </p:blipFill>
        <p:spPr>
          <a:xfrm>
            <a:off x="2024856" y="0"/>
            <a:ext cx="8142287" cy="685800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0" name="Shape 580"/>
        <p:cNvGrpSpPr/>
        <p:nvPr/>
      </p:nvGrpSpPr>
      <p:grpSpPr>
        <a:xfrm>
          <a:off x="0" y="0"/>
          <a:ext cx="0" cy="0"/>
          <a:chOff x="0" y="0"/>
          <a:chExt cx="0" cy="0"/>
        </a:xfrm>
      </p:grpSpPr>
      <p:sp>
        <p:nvSpPr>
          <p:cNvPr id="581" name="Google Shape;581;p34"/>
          <p:cNvSpPr txBox="1"/>
          <p:nvPr>
            <p:ph type="title"/>
          </p:nvPr>
        </p:nvSpPr>
        <p:spPr>
          <a:xfrm>
            <a:off x="954437" y="2766218"/>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pl-PL"/>
              <a:t>Przerwa </a:t>
            </a:r>
            <a:endParaRPr/>
          </a:p>
        </p:txBody>
      </p:sp>
      <p:pic>
        <p:nvPicPr>
          <p:cNvPr descr="Understanding Machine Learning through Memes | by Harsh Aryan | Nybles |  Medium" id="582" name="Google Shape;582;p34"/>
          <p:cNvPicPr preferRelativeResize="0"/>
          <p:nvPr/>
        </p:nvPicPr>
        <p:blipFill rotWithShape="1">
          <a:blip r:embed="rId3">
            <a:alphaModFix/>
          </a:blip>
          <a:srcRect b="0" l="0" r="0" t="0"/>
          <a:stretch/>
        </p:blipFill>
        <p:spPr>
          <a:xfrm>
            <a:off x="4663389" y="19049"/>
            <a:ext cx="6819900" cy="681990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7" name="Shape 587"/>
        <p:cNvGrpSpPr/>
        <p:nvPr/>
      </p:nvGrpSpPr>
      <p:grpSpPr>
        <a:xfrm>
          <a:off x="0" y="0"/>
          <a:ext cx="0" cy="0"/>
          <a:chOff x="0" y="0"/>
          <a:chExt cx="0" cy="0"/>
        </a:xfrm>
      </p:grpSpPr>
      <p:sp>
        <p:nvSpPr>
          <p:cNvPr id="588" name="Google Shape;588;g38b89f731a7_0_37"/>
          <p:cNvSpPr txBox="1"/>
          <p:nvPr>
            <p:ph type="title"/>
          </p:nvPr>
        </p:nvSpPr>
        <p:spPr>
          <a:xfrm>
            <a:off x="838200" y="365125"/>
            <a:ext cx="10515600" cy="1325700"/>
          </a:xfrm>
          <a:prstGeom prst="rect">
            <a:avLst/>
          </a:prstGeom>
        </p:spPr>
        <p:txBody>
          <a:bodyPr anchorCtr="0" anchor="ctr" bIns="45700" lIns="91425" spcFirstLastPara="1" rIns="91425" wrap="square" tIns="45700">
            <a:normAutofit/>
          </a:bodyPr>
          <a:lstStyle/>
          <a:p>
            <a:pPr indent="0" lvl="0" marL="0" rtl="0" algn="l">
              <a:spcBef>
                <a:spcPts val="0"/>
              </a:spcBef>
              <a:spcAft>
                <a:spcPts val="0"/>
              </a:spcAft>
              <a:buNone/>
            </a:pPr>
            <a:r>
              <a:rPr lang="pl-PL"/>
              <a:t>Transformacje danych </a:t>
            </a:r>
            <a:endParaRPr/>
          </a:p>
        </p:txBody>
      </p:sp>
      <p:pic>
        <p:nvPicPr>
          <p:cNvPr id="589" name="Google Shape;589;g38b89f731a7_0_37"/>
          <p:cNvPicPr preferRelativeResize="0"/>
          <p:nvPr/>
        </p:nvPicPr>
        <p:blipFill>
          <a:blip r:embed="rId3">
            <a:alphaModFix/>
          </a:blip>
          <a:stretch>
            <a:fillRect/>
          </a:stretch>
        </p:blipFill>
        <p:spPr>
          <a:xfrm>
            <a:off x="6731425" y="1690825"/>
            <a:ext cx="4796194" cy="4862376"/>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4" name="Shape 594"/>
        <p:cNvGrpSpPr/>
        <p:nvPr/>
      </p:nvGrpSpPr>
      <p:grpSpPr>
        <a:xfrm>
          <a:off x="0" y="0"/>
          <a:ext cx="0" cy="0"/>
          <a:chOff x="0" y="0"/>
          <a:chExt cx="0" cy="0"/>
        </a:xfrm>
      </p:grpSpPr>
      <p:sp>
        <p:nvSpPr>
          <p:cNvPr id="595" name="Google Shape;595;g38b89f731a7_2_23"/>
          <p:cNvSpPr txBox="1"/>
          <p:nvPr>
            <p:ph type="title"/>
          </p:nvPr>
        </p:nvSpPr>
        <p:spPr>
          <a:xfrm>
            <a:off x="838200" y="365125"/>
            <a:ext cx="10515600" cy="1325700"/>
          </a:xfrm>
          <a:prstGeom prst="rect">
            <a:avLst/>
          </a:prstGeom>
        </p:spPr>
        <p:txBody>
          <a:bodyPr anchorCtr="0" anchor="ctr" bIns="45700" lIns="91425" spcFirstLastPara="1" rIns="91425" wrap="square" tIns="45700">
            <a:normAutofit/>
          </a:bodyPr>
          <a:lstStyle/>
          <a:p>
            <a:pPr indent="0" lvl="0" marL="0" rtl="0" algn="l">
              <a:spcBef>
                <a:spcPts val="0"/>
              </a:spcBef>
              <a:spcAft>
                <a:spcPts val="0"/>
              </a:spcAft>
              <a:buNone/>
            </a:pPr>
            <a:r>
              <a:rPr lang="pl-PL"/>
              <a:t>Enkodowanie danych kategorialnych</a:t>
            </a:r>
            <a:endParaRPr/>
          </a:p>
        </p:txBody>
      </p:sp>
      <p:pic>
        <p:nvPicPr>
          <p:cNvPr id="596" name="Google Shape;596;g38b89f731a7_2_23"/>
          <p:cNvPicPr preferRelativeResize="0"/>
          <p:nvPr/>
        </p:nvPicPr>
        <p:blipFill>
          <a:blip r:embed="rId3">
            <a:alphaModFix/>
          </a:blip>
          <a:stretch>
            <a:fillRect/>
          </a:stretch>
        </p:blipFill>
        <p:spPr>
          <a:xfrm>
            <a:off x="1686750" y="1458525"/>
            <a:ext cx="8075826" cy="5266225"/>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pic>
        <p:nvPicPr>
          <p:cNvPr id="602" name="Google Shape;602;g38b89f731a7_2_36"/>
          <p:cNvPicPr preferRelativeResize="0"/>
          <p:nvPr/>
        </p:nvPicPr>
        <p:blipFill>
          <a:blip r:embed="rId3">
            <a:alphaModFix/>
          </a:blip>
          <a:stretch>
            <a:fillRect/>
          </a:stretch>
        </p:blipFill>
        <p:spPr>
          <a:xfrm>
            <a:off x="-133225" y="384800"/>
            <a:ext cx="12192001" cy="6088390"/>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g38b89f731a7_2_29"/>
          <p:cNvSpPr txBox="1"/>
          <p:nvPr>
            <p:ph type="title"/>
          </p:nvPr>
        </p:nvSpPr>
        <p:spPr>
          <a:xfrm>
            <a:off x="838200" y="365125"/>
            <a:ext cx="10515600" cy="1325700"/>
          </a:xfrm>
          <a:prstGeom prst="rect">
            <a:avLst/>
          </a:prstGeom>
        </p:spPr>
        <p:txBody>
          <a:bodyPr anchorCtr="0" anchor="ctr" bIns="45700" lIns="91425" spcFirstLastPara="1" rIns="91425" wrap="square" tIns="45700">
            <a:normAutofit/>
          </a:bodyPr>
          <a:lstStyle/>
          <a:p>
            <a:pPr indent="0" lvl="0" marL="0" rtl="0" algn="l">
              <a:spcBef>
                <a:spcPts val="0"/>
              </a:spcBef>
              <a:spcAft>
                <a:spcPts val="0"/>
              </a:spcAft>
              <a:buNone/>
            </a:pPr>
            <a:r>
              <a:rPr lang="pl-PL"/>
              <a:t>Kodowanie gorąco jedynkowe xd</a:t>
            </a:r>
            <a:endParaRPr/>
          </a:p>
        </p:txBody>
      </p:sp>
      <p:pic>
        <p:nvPicPr>
          <p:cNvPr id="609" name="Google Shape;609;g38b89f731a7_2_29"/>
          <p:cNvPicPr preferRelativeResize="0"/>
          <p:nvPr/>
        </p:nvPicPr>
        <p:blipFill>
          <a:blip r:embed="rId3">
            <a:alphaModFix/>
          </a:blip>
          <a:stretch>
            <a:fillRect/>
          </a:stretch>
        </p:blipFill>
        <p:spPr>
          <a:xfrm>
            <a:off x="0" y="2313150"/>
            <a:ext cx="10895875" cy="360357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g38b89f731a7_2_45"/>
          <p:cNvSpPr txBox="1"/>
          <p:nvPr>
            <p:ph type="title"/>
          </p:nvPr>
        </p:nvSpPr>
        <p:spPr>
          <a:xfrm>
            <a:off x="838200" y="365125"/>
            <a:ext cx="10515600" cy="1325700"/>
          </a:xfrm>
          <a:prstGeom prst="rect">
            <a:avLst/>
          </a:prstGeom>
        </p:spPr>
        <p:txBody>
          <a:bodyPr anchorCtr="0" anchor="ctr" bIns="45700" lIns="91425" spcFirstLastPara="1" rIns="91425" wrap="square" tIns="45700">
            <a:normAutofit/>
          </a:bodyPr>
          <a:lstStyle/>
          <a:p>
            <a:pPr indent="0" lvl="0" marL="0" rtl="0" algn="l">
              <a:spcBef>
                <a:spcPts val="0"/>
              </a:spcBef>
              <a:spcAft>
                <a:spcPts val="0"/>
              </a:spcAft>
              <a:buNone/>
            </a:pPr>
            <a:r>
              <a:rPr lang="pl-PL"/>
              <a:t>Kodowanie gorąco jedynkowe xd</a:t>
            </a:r>
            <a:endParaRPr/>
          </a:p>
        </p:txBody>
      </p:sp>
      <p:pic>
        <p:nvPicPr>
          <p:cNvPr id="616" name="Google Shape;616;g38b89f731a7_2_45"/>
          <p:cNvPicPr preferRelativeResize="0"/>
          <p:nvPr/>
        </p:nvPicPr>
        <p:blipFill>
          <a:blip r:embed="rId3">
            <a:alphaModFix/>
          </a:blip>
          <a:stretch>
            <a:fillRect/>
          </a:stretch>
        </p:blipFill>
        <p:spPr>
          <a:xfrm>
            <a:off x="0" y="2313150"/>
            <a:ext cx="10895875" cy="3603575"/>
          </a:xfrm>
          <a:prstGeom prst="rect">
            <a:avLst/>
          </a:prstGeom>
          <a:noFill/>
          <a:ln>
            <a:noFill/>
          </a:ln>
        </p:spPr>
      </p:pic>
      <p:pic>
        <p:nvPicPr>
          <p:cNvPr id="617" name="Google Shape;617;g38b89f731a7_2_45"/>
          <p:cNvPicPr preferRelativeResize="0"/>
          <p:nvPr/>
        </p:nvPicPr>
        <p:blipFill>
          <a:blip r:embed="rId4">
            <a:alphaModFix/>
          </a:blip>
          <a:stretch>
            <a:fillRect/>
          </a:stretch>
        </p:blipFill>
        <p:spPr>
          <a:xfrm>
            <a:off x="10424700" y="2918600"/>
            <a:ext cx="1940525" cy="2392675"/>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pic>
        <p:nvPicPr>
          <p:cNvPr id="623" name="Google Shape;623;g38b89f731a7_2_52"/>
          <p:cNvPicPr preferRelativeResize="0"/>
          <p:nvPr/>
        </p:nvPicPr>
        <p:blipFill>
          <a:blip r:embed="rId3">
            <a:alphaModFix/>
          </a:blip>
          <a:stretch>
            <a:fillRect/>
          </a:stretch>
        </p:blipFill>
        <p:spPr>
          <a:xfrm>
            <a:off x="950650" y="0"/>
            <a:ext cx="10290690" cy="6858000"/>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8" name="Shape 628"/>
        <p:cNvGrpSpPr/>
        <p:nvPr/>
      </p:nvGrpSpPr>
      <p:grpSpPr>
        <a:xfrm>
          <a:off x="0" y="0"/>
          <a:ext cx="0" cy="0"/>
          <a:chOff x="0" y="0"/>
          <a:chExt cx="0" cy="0"/>
        </a:xfrm>
      </p:grpSpPr>
      <p:sp>
        <p:nvSpPr>
          <p:cNvPr id="629" name="Google Shape;629;g38b89f731a7_2_59"/>
          <p:cNvSpPr txBox="1"/>
          <p:nvPr>
            <p:ph type="title"/>
          </p:nvPr>
        </p:nvSpPr>
        <p:spPr>
          <a:xfrm>
            <a:off x="838200" y="365125"/>
            <a:ext cx="10515600" cy="1325700"/>
          </a:xfrm>
          <a:prstGeom prst="rect">
            <a:avLst/>
          </a:prstGeom>
        </p:spPr>
        <p:txBody>
          <a:bodyPr anchorCtr="0" anchor="ctr" bIns="45700" lIns="91425" spcFirstLastPara="1" rIns="91425" wrap="square" tIns="45700">
            <a:normAutofit/>
          </a:bodyPr>
          <a:lstStyle/>
          <a:p>
            <a:pPr indent="0" lvl="0" marL="0" rtl="0" algn="l">
              <a:spcBef>
                <a:spcPts val="0"/>
              </a:spcBef>
              <a:spcAft>
                <a:spcPts val="0"/>
              </a:spcAft>
              <a:buNone/>
            </a:pPr>
            <a:r>
              <a:rPr lang="pl-PL"/>
              <a:t>Label &amp; Ordinal Encoding</a:t>
            </a:r>
            <a:endParaRPr/>
          </a:p>
        </p:txBody>
      </p:sp>
      <p:pic>
        <p:nvPicPr>
          <p:cNvPr id="630" name="Google Shape;630;g38b89f731a7_2_59"/>
          <p:cNvPicPr preferRelativeResize="0"/>
          <p:nvPr/>
        </p:nvPicPr>
        <p:blipFill>
          <a:blip r:embed="rId3">
            <a:alphaModFix/>
          </a:blip>
          <a:stretch>
            <a:fillRect/>
          </a:stretch>
        </p:blipFill>
        <p:spPr>
          <a:xfrm>
            <a:off x="415375" y="1473925"/>
            <a:ext cx="7463075" cy="5142324"/>
          </a:xfrm>
          <a:prstGeom prst="rect">
            <a:avLst/>
          </a:prstGeom>
          <a:noFill/>
          <a:ln>
            <a:noFill/>
          </a:ln>
        </p:spPr>
      </p:pic>
      <p:pic>
        <p:nvPicPr>
          <p:cNvPr id="631" name="Google Shape;631;g38b89f731a7_2_59"/>
          <p:cNvPicPr preferRelativeResize="0"/>
          <p:nvPr/>
        </p:nvPicPr>
        <p:blipFill>
          <a:blip r:embed="rId4">
            <a:alphaModFix/>
          </a:blip>
          <a:stretch>
            <a:fillRect/>
          </a:stretch>
        </p:blipFill>
        <p:spPr>
          <a:xfrm>
            <a:off x="8080800" y="3561488"/>
            <a:ext cx="4008750" cy="1966556"/>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6" name="Shape 636"/>
        <p:cNvGrpSpPr/>
        <p:nvPr/>
      </p:nvGrpSpPr>
      <p:grpSpPr>
        <a:xfrm>
          <a:off x="0" y="0"/>
          <a:ext cx="0" cy="0"/>
          <a:chOff x="0" y="0"/>
          <a:chExt cx="0" cy="0"/>
        </a:xfrm>
      </p:grpSpPr>
      <p:sp>
        <p:nvSpPr>
          <p:cNvPr id="637" name="Google Shape;637;g38b89f731a7_2_67"/>
          <p:cNvSpPr txBox="1"/>
          <p:nvPr>
            <p:ph type="title"/>
          </p:nvPr>
        </p:nvSpPr>
        <p:spPr>
          <a:xfrm>
            <a:off x="838200" y="365125"/>
            <a:ext cx="10515600" cy="1325700"/>
          </a:xfrm>
          <a:prstGeom prst="rect">
            <a:avLst/>
          </a:prstGeom>
        </p:spPr>
        <p:txBody>
          <a:bodyPr anchorCtr="0" anchor="ctr" bIns="45700" lIns="91425" spcFirstLastPara="1" rIns="91425" wrap="square" tIns="45700">
            <a:normAutofit/>
          </a:bodyPr>
          <a:lstStyle/>
          <a:p>
            <a:pPr indent="0" lvl="0" marL="0" rtl="0" algn="l">
              <a:spcBef>
                <a:spcPts val="0"/>
              </a:spcBef>
              <a:spcAft>
                <a:spcPts val="0"/>
              </a:spcAft>
              <a:buNone/>
            </a:pPr>
            <a:r>
              <a:rPr lang="pl-PL"/>
              <a:t>Skalowanie danych numerycznych</a:t>
            </a:r>
            <a:endParaRPr/>
          </a:p>
        </p:txBody>
      </p:sp>
      <p:pic>
        <p:nvPicPr>
          <p:cNvPr id="638" name="Google Shape;638;g38b89f731a7_2_67"/>
          <p:cNvPicPr preferRelativeResize="0"/>
          <p:nvPr/>
        </p:nvPicPr>
        <p:blipFill>
          <a:blip r:embed="rId3">
            <a:alphaModFix/>
          </a:blip>
          <a:stretch>
            <a:fillRect/>
          </a:stretch>
        </p:blipFill>
        <p:spPr>
          <a:xfrm>
            <a:off x="2086252" y="1574225"/>
            <a:ext cx="7609702" cy="4878875"/>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3" name="Shape 643"/>
        <p:cNvGrpSpPr/>
        <p:nvPr/>
      </p:nvGrpSpPr>
      <p:grpSpPr>
        <a:xfrm>
          <a:off x="0" y="0"/>
          <a:ext cx="0" cy="0"/>
          <a:chOff x="0" y="0"/>
          <a:chExt cx="0" cy="0"/>
        </a:xfrm>
      </p:grpSpPr>
      <p:pic>
        <p:nvPicPr>
          <p:cNvPr id="644" name="Google Shape;644;g38b89f731a7_0_57"/>
          <p:cNvPicPr preferRelativeResize="0"/>
          <p:nvPr/>
        </p:nvPicPr>
        <p:blipFill>
          <a:blip r:embed="rId3">
            <a:alphaModFix/>
          </a:blip>
          <a:stretch>
            <a:fillRect/>
          </a:stretch>
        </p:blipFill>
        <p:spPr>
          <a:xfrm>
            <a:off x="2276825" y="-1"/>
            <a:ext cx="6705603" cy="6705603"/>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9" name="Shape 649"/>
        <p:cNvGrpSpPr/>
        <p:nvPr/>
      </p:nvGrpSpPr>
      <p:grpSpPr>
        <a:xfrm>
          <a:off x="0" y="0"/>
          <a:ext cx="0" cy="0"/>
          <a:chOff x="0" y="0"/>
          <a:chExt cx="0" cy="0"/>
        </a:xfrm>
      </p:grpSpPr>
      <p:pic>
        <p:nvPicPr>
          <p:cNvPr id="650" name="Google Shape;650;g38b89f731a7_0_76"/>
          <p:cNvPicPr preferRelativeResize="0"/>
          <p:nvPr/>
        </p:nvPicPr>
        <p:blipFill>
          <a:blip r:embed="rId3">
            <a:alphaModFix/>
          </a:blip>
          <a:stretch>
            <a:fillRect/>
          </a:stretch>
        </p:blipFill>
        <p:spPr>
          <a:xfrm>
            <a:off x="2276850" y="-1"/>
            <a:ext cx="6705603" cy="6705603"/>
          </a:xfrm>
          <a:prstGeom prst="rect">
            <a:avLst/>
          </a:prstGeom>
          <a:noFill/>
          <a:ln>
            <a:noFill/>
          </a:ln>
        </p:spPr>
      </p:pic>
      <p:pic>
        <p:nvPicPr>
          <p:cNvPr id="651" name="Google Shape;651;g38b89f731a7_0_76"/>
          <p:cNvPicPr preferRelativeResize="0"/>
          <p:nvPr/>
        </p:nvPicPr>
        <p:blipFill>
          <a:blip r:embed="rId4">
            <a:alphaModFix/>
          </a:blip>
          <a:stretch>
            <a:fillRect/>
          </a:stretch>
        </p:blipFill>
        <p:spPr>
          <a:xfrm>
            <a:off x="9532970" y="2386476"/>
            <a:ext cx="2066100" cy="254752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6" name="Shape 656"/>
        <p:cNvGrpSpPr/>
        <p:nvPr/>
      </p:nvGrpSpPr>
      <p:grpSpPr>
        <a:xfrm>
          <a:off x="0" y="0"/>
          <a:ext cx="0" cy="0"/>
          <a:chOff x="0" y="0"/>
          <a:chExt cx="0" cy="0"/>
        </a:xfrm>
      </p:grpSpPr>
      <p:sp>
        <p:nvSpPr>
          <p:cNvPr id="657" name="Google Shape;657;g38b89f731a7_0_43"/>
          <p:cNvSpPr txBox="1"/>
          <p:nvPr>
            <p:ph idx="1" type="body"/>
          </p:nvPr>
        </p:nvSpPr>
        <p:spPr>
          <a:xfrm>
            <a:off x="838200" y="1825625"/>
            <a:ext cx="10515600" cy="4351200"/>
          </a:xfrm>
          <a:prstGeom prst="rect">
            <a:avLst/>
          </a:prstGeom>
        </p:spPr>
        <p:txBody>
          <a:bodyPr anchorCtr="0" anchor="t" bIns="45700" lIns="91425" spcFirstLastPara="1" rIns="91425" wrap="square" tIns="45700">
            <a:normAutofit/>
          </a:bodyPr>
          <a:lstStyle/>
          <a:p>
            <a:pPr indent="0" lvl="0" marL="0" rtl="0" algn="l">
              <a:spcBef>
                <a:spcPts val="1000"/>
              </a:spcBef>
              <a:spcAft>
                <a:spcPts val="0"/>
              </a:spcAft>
              <a:buNone/>
            </a:pPr>
            <a:r>
              <a:t/>
            </a:r>
            <a:endParaRPr/>
          </a:p>
        </p:txBody>
      </p:sp>
      <p:pic>
        <p:nvPicPr>
          <p:cNvPr id="658" name="Google Shape;658;g38b89f731a7_0_43"/>
          <p:cNvPicPr preferRelativeResize="0"/>
          <p:nvPr/>
        </p:nvPicPr>
        <p:blipFill>
          <a:blip r:embed="rId3">
            <a:alphaModFix/>
          </a:blip>
          <a:stretch>
            <a:fillRect/>
          </a:stretch>
        </p:blipFill>
        <p:spPr>
          <a:xfrm>
            <a:off x="0" y="0"/>
            <a:ext cx="12192000" cy="6848479"/>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3" name="Shape 663"/>
        <p:cNvGrpSpPr/>
        <p:nvPr/>
      </p:nvGrpSpPr>
      <p:grpSpPr>
        <a:xfrm>
          <a:off x="0" y="0"/>
          <a:ext cx="0" cy="0"/>
          <a:chOff x="0" y="0"/>
          <a:chExt cx="0" cy="0"/>
        </a:xfrm>
      </p:grpSpPr>
      <p:pic>
        <p:nvPicPr>
          <p:cNvPr id="664" name="Google Shape;664;g38b89f731a7_0_90"/>
          <p:cNvPicPr preferRelativeResize="0"/>
          <p:nvPr/>
        </p:nvPicPr>
        <p:blipFill>
          <a:blip r:embed="rId3">
            <a:alphaModFix/>
          </a:blip>
          <a:stretch>
            <a:fillRect/>
          </a:stretch>
        </p:blipFill>
        <p:spPr>
          <a:xfrm>
            <a:off x="102450" y="0"/>
            <a:ext cx="6553201" cy="6553201"/>
          </a:xfrm>
          <a:prstGeom prst="rect">
            <a:avLst/>
          </a:prstGeom>
          <a:noFill/>
          <a:ln>
            <a:noFill/>
          </a:ln>
        </p:spPr>
      </p:pic>
      <p:pic>
        <p:nvPicPr>
          <p:cNvPr id="665" name="Google Shape;665;g38b89f731a7_0_90"/>
          <p:cNvPicPr preferRelativeResize="0"/>
          <p:nvPr/>
        </p:nvPicPr>
        <p:blipFill>
          <a:blip r:embed="rId4">
            <a:alphaModFix/>
          </a:blip>
          <a:stretch>
            <a:fillRect/>
          </a:stretch>
        </p:blipFill>
        <p:spPr>
          <a:xfrm>
            <a:off x="6303723" y="236461"/>
            <a:ext cx="5710978" cy="6080275"/>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0" name="Shape 670"/>
        <p:cNvGrpSpPr/>
        <p:nvPr/>
      </p:nvGrpSpPr>
      <p:grpSpPr>
        <a:xfrm>
          <a:off x="0" y="0"/>
          <a:ext cx="0" cy="0"/>
          <a:chOff x="0" y="0"/>
          <a:chExt cx="0" cy="0"/>
        </a:xfrm>
      </p:grpSpPr>
      <p:pic>
        <p:nvPicPr>
          <p:cNvPr id="671" name="Google Shape;671;g38b89f731a7_0_82"/>
          <p:cNvPicPr preferRelativeResize="0"/>
          <p:nvPr/>
        </p:nvPicPr>
        <p:blipFill>
          <a:blip r:embed="rId3">
            <a:alphaModFix/>
          </a:blip>
          <a:stretch>
            <a:fillRect/>
          </a:stretch>
        </p:blipFill>
        <p:spPr>
          <a:xfrm>
            <a:off x="0" y="316475"/>
            <a:ext cx="6016650" cy="6016650"/>
          </a:xfrm>
          <a:prstGeom prst="rect">
            <a:avLst/>
          </a:prstGeom>
          <a:noFill/>
          <a:ln>
            <a:noFill/>
          </a:ln>
        </p:spPr>
      </p:pic>
      <p:pic>
        <p:nvPicPr>
          <p:cNvPr id="672" name="Google Shape;672;g38b89f731a7_0_82"/>
          <p:cNvPicPr preferRelativeResize="0"/>
          <p:nvPr/>
        </p:nvPicPr>
        <p:blipFill>
          <a:blip r:embed="rId4">
            <a:alphaModFix/>
          </a:blip>
          <a:stretch>
            <a:fillRect/>
          </a:stretch>
        </p:blipFill>
        <p:spPr>
          <a:xfrm>
            <a:off x="6175350" y="316475"/>
            <a:ext cx="6016650" cy="601665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pic>
        <p:nvPicPr>
          <p:cNvPr id="678" name="Google Shape;678;g38b89f731a7_0_69"/>
          <p:cNvPicPr preferRelativeResize="0"/>
          <p:nvPr/>
        </p:nvPicPr>
        <p:blipFill>
          <a:blip r:embed="rId3">
            <a:alphaModFix/>
          </a:blip>
          <a:stretch>
            <a:fillRect/>
          </a:stretch>
        </p:blipFill>
        <p:spPr>
          <a:xfrm>
            <a:off x="0" y="381012"/>
            <a:ext cx="12192000" cy="6095987"/>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pic>
        <p:nvPicPr>
          <p:cNvPr id="684" name="Google Shape;684;g3f61d2940f9_1_6"/>
          <p:cNvPicPr preferRelativeResize="0"/>
          <p:nvPr/>
        </p:nvPicPr>
        <p:blipFill>
          <a:blip r:embed="rId3">
            <a:alphaModFix/>
          </a:blip>
          <a:stretch>
            <a:fillRect/>
          </a:stretch>
        </p:blipFill>
        <p:spPr>
          <a:xfrm>
            <a:off x="0" y="1395112"/>
            <a:ext cx="12192001" cy="4067767"/>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pic>
        <p:nvPicPr>
          <p:cNvPr id="690" name="Google Shape;690;g38b89f731a7_1_1"/>
          <p:cNvPicPr preferRelativeResize="0"/>
          <p:nvPr/>
        </p:nvPicPr>
        <p:blipFill>
          <a:blip r:embed="rId3">
            <a:alphaModFix/>
          </a:blip>
          <a:stretch>
            <a:fillRect/>
          </a:stretch>
        </p:blipFill>
        <p:spPr>
          <a:xfrm>
            <a:off x="0" y="671750"/>
            <a:ext cx="10022824" cy="5514500"/>
          </a:xfrm>
          <a:prstGeom prst="rect">
            <a:avLst/>
          </a:prstGeom>
          <a:noFill/>
          <a:ln>
            <a:noFill/>
          </a:ln>
        </p:spPr>
      </p:pic>
      <p:pic>
        <p:nvPicPr>
          <p:cNvPr id="691" name="Google Shape;691;g38b89f731a7_1_1"/>
          <p:cNvPicPr preferRelativeResize="0"/>
          <p:nvPr/>
        </p:nvPicPr>
        <p:blipFill>
          <a:blip r:embed="rId4">
            <a:alphaModFix/>
          </a:blip>
          <a:stretch>
            <a:fillRect/>
          </a:stretch>
        </p:blipFill>
        <p:spPr>
          <a:xfrm>
            <a:off x="9932695" y="1986751"/>
            <a:ext cx="2066100" cy="2547525"/>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6" name="Shape 696"/>
        <p:cNvGrpSpPr/>
        <p:nvPr/>
      </p:nvGrpSpPr>
      <p:grpSpPr>
        <a:xfrm>
          <a:off x="0" y="0"/>
          <a:ext cx="0" cy="0"/>
          <a:chOff x="0" y="0"/>
          <a:chExt cx="0" cy="0"/>
        </a:xfrm>
      </p:grpSpPr>
      <p:pic>
        <p:nvPicPr>
          <p:cNvPr id="697" name="Google Shape;697;g3f61d2940f9_1_14"/>
          <p:cNvPicPr preferRelativeResize="0"/>
          <p:nvPr/>
        </p:nvPicPr>
        <p:blipFill>
          <a:blip r:embed="rId3">
            <a:alphaModFix/>
          </a:blip>
          <a:stretch>
            <a:fillRect/>
          </a:stretch>
        </p:blipFill>
        <p:spPr>
          <a:xfrm>
            <a:off x="318300" y="0"/>
            <a:ext cx="11791950" cy="4476750"/>
          </a:xfrm>
          <a:prstGeom prst="rect">
            <a:avLst/>
          </a:prstGeom>
          <a:noFill/>
          <a:ln>
            <a:noFill/>
          </a:ln>
        </p:spPr>
      </p:pic>
      <p:pic>
        <p:nvPicPr>
          <p:cNvPr id="698" name="Google Shape;698;g3f61d2940f9_1_14"/>
          <p:cNvPicPr preferRelativeResize="0"/>
          <p:nvPr/>
        </p:nvPicPr>
        <p:blipFill>
          <a:blip r:embed="rId4">
            <a:alphaModFix/>
          </a:blip>
          <a:stretch>
            <a:fillRect/>
          </a:stretch>
        </p:blipFill>
        <p:spPr>
          <a:xfrm>
            <a:off x="5184462" y="4476750"/>
            <a:ext cx="2059625" cy="2539550"/>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3" name="Shape 703"/>
        <p:cNvGrpSpPr/>
        <p:nvPr/>
      </p:nvGrpSpPr>
      <p:grpSpPr>
        <a:xfrm>
          <a:off x="0" y="0"/>
          <a:ext cx="0" cy="0"/>
          <a:chOff x="0" y="0"/>
          <a:chExt cx="0" cy="0"/>
        </a:xfrm>
      </p:grpSpPr>
      <p:sp>
        <p:nvSpPr>
          <p:cNvPr id="704" name="Google Shape;704;g38b89f731a7_1_16"/>
          <p:cNvSpPr txBox="1"/>
          <p:nvPr>
            <p:ph type="title"/>
          </p:nvPr>
        </p:nvSpPr>
        <p:spPr>
          <a:xfrm>
            <a:off x="838200" y="365125"/>
            <a:ext cx="10515600" cy="1325700"/>
          </a:xfrm>
          <a:prstGeom prst="rect">
            <a:avLst/>
          </a:prstGeom>
        </p:spPr>
        <p:txBody>
          <a:bodyPr anchorCtr="0" anchor="ctr" bIns="45700" lIns="91425" spcFirstLastPara="1" rIns="91425" wrap="square" tIns="45700">
            <a:normAutofit/>
          </a:bodyPr>
          <a:lstStyle/>
          <a:p>
            <a:pPr indent="0" lvl="0" marL="0" rtl="0" algn="l">
              <a:spcBef>
                <a:spcPts val="0"/>
              </a:spcBef>
              <a:spcAft>
                <a:spcPts val="0"/>
              </a:spcAft>
              <a:buNone/>
            </a:pPr>
            <a:r>
              <a:rPr lang="pl-PL"/>
              <a:t>Log &amp; power transformations</a:t>
            </a:r>
            <a:endParaRPr/>
          </a:p>
        </p:txBody>
      </p:sp>
      <p:pic>
        <p:nvPicPr>
          <p:cNvPr id="705" name="Google Shape;705;g38b89f731a7_1_16"/>
          <p:cNvPicPr preferRelativeResize="0"/>
          <p:nvPr/>
        </p:nvPicPr>
        <p:blipFill>
          <a:blip r:embed="rId3">
            <a:alphaModFix/>
          </a:blip>
          <a:stretch>
            <a:fillRect/>
          </a:stretch>
        </p:blipFill>
        <p:spPr>
          <a:xfrm>
            <a:off x="5318825" y="1576725"/>
            <a:ext cx="6624650" cy="5089500"/>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0" name="Shape 710"/>
        <p:cNvGrpSpPr/>
        <p:nvPr/>
      </p:nvGrpSpPr>
      <p:grpSpPr>
        <a:xfrm>
          <a:off x="0" y="0"/>
          <a:ext cx="0" cy="0"/>
          <a:chOff x="0" y="0"/>
          <a:chExt cx="0" cy="0"/>
        </a:xfrm>
      </p:grpSpPr>
      <p:pic>
        <p:nvPicPr>
          <p:cNvPr id="711" name="Google Shape;711;g38b89f731a7_1_9"/>
          <p:cNvPicPr preferRelativeResize="0"/>
          <p:nvPr/>
        </p:nvPicPr>
        <p:blipFill rotWithShape="1">
          <a:blip r:embed="rId3">
            <a:alphaModFix/>
          </a:blip>
          <a:srcRect b="0" l="-860" r="860" t="0"/>
          <a:stretch/>
        </p:blipFill>
        <p:spPr>
          <a:xfrm>
            <a:off x="1349517" y="0"/>
            <a:ext cx="9659566" cy="6858000"/>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6" name="Shape 716"/>
        <p:cNvGrpSpPr/>
        <p:nvPr/>
      </p:nvGrpSpPr>
      <p:grpSpPr>
        <a:xfrm>
          <a:off x="0" y="0"/>
          <a:ext cx="0" cy="0"/>
          <a:chOff x="0" y="0"/>
          <a:chExt cx="0" cy="0"/>
        </a:xfrm>
      </p:grpSpPr>
      <p:pic>
        <p:nvPicPr>
          <p:cNvPr id="717" name="Google Shape;717;g38b89f731a7_2_1"/>
          <p:cNvPicPr preferRelativeResize="0"/>
          <p:nvPr/>
        </p:nvPicPr>
        <p:blipFill>
          <a:blip r:embed="rId3">
            <a:alphaModFix/>
          </a:blip>
          <a:stretch>
            <a:fillRect/>
          </a:stretch>
        </p:blipFill>
        <p:spPr>
          <a:xfrm>
            <a:off x="45500" y="1151725"/>
            <a:ext cx="12101001" cy="413205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2" name="Shape 722"/>
        <p:cNvGrpSpPr/>
        <p:nvPr/>
      </p:nvGrpSpPr>
      <p:grpSpPr>
        <a:xfrm>
          <a:off x="0" y="0"/>
          <a:ext cx="0" cy="0"/>
          <a:chOff x="0" y="0"/>
          <a:chExt cx="0" cy="0"/>
        </a:xfrm>
      </p:grpSpPr>
      <p:pic>
        <p:nvPicPr>
          <p:cNvPr id="723" name="Google Shape;723;g38b89f731a7_0_50"/>
          <p:cNvPicPr preferRelativeResize="0"/>
          <p:nvPr/>
        </p:nvPicPr>
        <p:blipFill>
          <a:blip r:embed="rId3">
            <a:alphaModFix/>
          </a:blip>
          <a:stretch>
            <a:fillRect/>
          </a:stretch>
        </p:blipFill>
        <p:spPr>
          <a:xfrm>
            <a:off x="2719375" y="52375"/>
            <a:ext cx="6753249" cy="6753249"/>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pic>
        <p:nvPicPr>
          <p:cNvPr id="729" name="Google Shape;729;g38b89f731a7_2_13"/>
          <p:cNvPicPr preferRelativeResize="0"/>
          <p:nvPr/>
        </p:nvPicPr>
        <p:blipFill>
          <a:blip r:embed="rId3">
            <a:alphaModFix/>
          </a:blip>
          <a:stretch>
            <a:fillRect/>
          </a:stretch>
        </p:blipFill>
        <p:spPr>
          <a:xfrm>
            <a:off x="637597" y="0"/>
            <a:ext cx="11216666" cy="6858000"/>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3" name="Shape 733"/>
        <p:cNvGrpSpPr/>
        <p:nvPr/>
      </p:nvGrpSpPr>
      <p:grpSpPr>
        <a:xfrm>
          <a:off x="0" y="0"/>
          <a:ext cx="0" cy="0"/>
          <a:chOff x="0" y="0"/>
          <a:chExt cx="0" cy="0"/>
        </a:xfrm>
      </p:grpSpPr>
      <p:sp>
        <p:nvSpPr>
          <p:cNvPr id="734" name="Google Shape;734;p4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pl-PL"/>
              <a:t>To my : ))</a:t>
            </a:r>
            <a:endParaRPr/>
          </a:p>
        </p:txBody>
      </p:sp>
      <p:sp>
        <p:nvSpPr>
          <p:cNvPr id="735" name="Google Shape;735;p48"/>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800"/>
              <a:buChar char="•"/>
            </a:pPr>
            <a:r>
              <a:rPr lang="pl-PL"/>
              <a:t>Grzegorz Wiącek- 280013@student.pwr.edu.pl</a:t>
            </a:r>
            <a:endParaRPr/>
          </a:p>
          <a:p>
            <a:pPr indent="-228600" lvl="0" marL="228600" rtl="0" algn="l">
              <a:lnSpc>
                <a:spcPct val="90000"/>
              </a:lnSpc>
              <a:spcBef>
                <a:spcPts val="1000"/>
              </a:spcBef>
              <a:spcAft>
                <a:spcPts val="0"/>
              </a:spcAft>
              <a:buClr>
                <a:schemeClr val="dk1"/>
              </a:buClr>
              <a:buSzPts val="2800"/>
              <a:buChar char="•"/>
            </a:pPr>
            <a:r>
              <a:rPr lang="pl-PL"/>
              <a:t>Julia Słowińska –  268313@student.pwr.edu.pl</a:t>
            </a:r>
            <a:endParaRPr/>
          </a:p>
          <a:p>
            <a:pPr indent="-50800" lvl="0" marL="228600" rtl="0" algn="l">
              <a:lnSpc>
                <a:spcPct val="90000"/>
              </a:lnSpc>
              <a:spcBef>
                <a:spcPts val="1000"/>
              </a:spcBef>
              <a:spcAft>
                <a:spcPts val="0"/>
              </a:spcAft>
              <a:buClr>
                <a:schemeClr val="dk1"/>
              </a:buClr>
              <a:buSzPts val="2800"/>
              <a:buNone/>
            </a:pPr>
            <a:r>
              <a:t/>
            </a:r>
            <a:endParaRPr/>
          </a:p>
          <a:p>
            <a:pPr indent="-50800" lvl="0" marL="228600" rtl="0" algn="l">
              <a:lnSpc>
                <a:spcPct val="90000"/>
              </a:lnSpc>
              <a:spcBef>
                <a:spcPts val="1000"/>
              </a:spcBef>
              <a:spcAft>
                <a:spcPts val="0"/>
              </a:spcAft>
              <a:buClr>
                <a:schemeClr val="dk1"/>
              </a:buClr>
              <a:buSzPts val="2800"/>
              <a:buNone/>
            </a:pPr>
            <a:r>
              <a:t/>
            </a:r>
            <a:endParaRPr/>
          </a:p>
        </p:txBody>
      </p:sp>
      <p:sp>
        <p:nvSpPr>
          <p:cNvPr id="736" name="Google Shape;736;p48"/>
          <p:cNvSpPr txBox="1"/>
          <p:nvPr/>
        </p:nvSpPr>
        <p:spPr>
          <a:xfrm>
            <a:off x="838200" y="5807631"/>
            <a:ext cx="3564610"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pl-PL" sz="1800">
                <a:solidFill>
                  <a:schemeClr val="dk1"/>
                </a:solidFill>
                <a:latin typeface="Arial"/>
                <a:ea typeface="Arial"/>
                <a:cs typeface="Arial"/>
                <a:sym typeface="Arial"/>
              </a:rPr>
              <a:t>I oczywiście pv na discordzie</a:t>
            </a:r>
            <a:endParaRPr sz="1800">
              <a:solidFill>
                <a:schemeClr val="dk1"/>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2025-07-29T19:50:53Z</dcterms:created>
  <dc:creator>Julia .</dc:creato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0x010100CDE744D979DF94488EE6DD2FCC5A8D2E</vt:lpwstr>
  </property>
</Properties>
</file>